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Performance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Score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Sem1</c:v>
                </c:pt>
                <c:pt idx="1">
                  <c:v>Sem2</c:v>
                </c:pt>
                <c:pt idx="2">
                  <c:v>Sem3</c:v>
                </c:pt>
                <c:pt idx="3">
                  <c:v>Sem4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72</c:v>
                </c:pt>
                <c:pt idx="2">
                  <c:v>79</c:v>
                </c:pt>
                <c:pt idx="3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87-4FE2-870F-62BB4BCB09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Attendance Trajectory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ln w="31750" cap="flat">
              <a:solidFill>
                <a:srgbClr val="60A5F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80</c:v>
                </c:pt>
                <c:pt idx="2">
                  <c:v>78</c:v>
                </c:pt>
                <c:pt idx="3">
                  <c:v>85</c:v>
                </c:pt>
                <c:pt idx="4">
                  <c:v>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D5B-4CB9-A4CE-2C575A7A87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Risk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13-4330-8F9F-CF0C2A2F8731}"/>
              </c:ext>
            </c:extLst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13-4330-8F9F-CF0C2A2F8731}"/>
              </c:ext>
            </c:extLst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13-4330-8F9F-CF0C2A2F873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13-4330-8F9F-CF0C2A2F873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13-4330-8F9F-CF0C2A2F873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13-4330-8F9F-CF0C2A2F873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Moderate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B13-4330-8F9F-CF0C2A2F87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Composite Risk Score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ln w="25400" cap="flat">
                <a:solidFill>
                  <a:srgbClr val="0F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E1-4778-863B-83CB09920152}"/>
              </c:ext>
            </c:extLst>
          </c:dPt>
          <c:dPt>
            <c:idx val="1"/>
            <c:bubble3D val="0"/>
            <c:spPr>
              <a:solidFill>
                <a:srgbClr val="16233B"/>
              </a:solidFill>
              <a:ln w="25400" cap="flat">
                <a:solidFill>
                  <a:srgbClr val="0F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E1-4778-863B-83CB09920152}"/>
              </c:ext>
            </c:extLst>
          </c:dPt>
          <c:cat>
            <c:strRef>
              <c:f>Sheet1!$A$2:$A$3</c:f>
              <c:strCache>
                <c:ptCount val="2"/>
                <c:pt idx="0">
                  <c:v>Risk Score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</c:v>
                </c:pt>
                <c:pt idx="1">
                  <c:v>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E1-4778-863B-83CB09920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 dirty="0">
                <a:solidFill>
                  <a:srgbClr val="FFFFFF"/>
                </a:solidFill>
                <a:latin typeface="Poppins"/>
              </a:rPr>
              <a:t>Attendance by</a:t>
            </a:r>
            <a:r>
              <a:rPr lang="en-IN" sz="1100" b="0" i="0" u="none" strike="noStrike" baseline="0" dirty="0">
                <a:solidFill>
                  <a:srgbClr val="FFFFFF"/>
                </a:solidFill>
                <a:latin typeface="Poppins"/>
              </a:rPr>
              <a:t> students</a:t>
            </a:r>
            <a:r>
              <a:rPr lang="en-IN" sz="1100" b="0" i="0" u="none" strike="noStrike" dirty="0">
                <a:solidFill>
                  <a:srgbClr val="FFFFFF"/>
                </a:solidFill>
                <a:latin typeface="Poppins"/>
              </a:rPr>
              <a:t>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CE-A</c:v>
                </c:pt>
                <c:pt idx="1">
                  <c:v>CE-B</c:v>
                </c:pt>
                <c:pt idx="2">
                  <c:v>CE-C</c:v>
                </c:pt>
                <c:pt idx="3">
                  <c:v>IT-A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68</c:v>
                </c:pt>
                <c:pt idx="2">
                  <c:v>81</c:v>
                </c:pt>
                <c:pt idx="3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A6-490A-95DA-34E3711DE0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Student Risk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8F-4A98-94CD-99731E0D0FE7}"/>
              </c:ext>
            </c:extLst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8F-4A98-94CD-99731E0D0FE7}"/>
              </c:ext>
            </c:extLst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8F-4A98-94CD-99731E0D0FE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8F-4A98-94CD-99731E0D0FE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8F-4A98-94CD-99731E0D0FE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8F-4A98-94CD-99731E0D0FE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On Track</c:v>
                </c:pt>
                <c:pt idx="1">
                  <c:v>Watch</c:v>
                </c:pt>
                <c:pt idx="2">
                  <c:v>At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52</c:v>
                </c:pt>
                <c:pt idx="2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8F-4A98-94CD-99731E0D0F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Poppins"/>
              </a:defRPr>
            </a:pPr>
            <a:r>
              <a:rPr lang="en-IN" sz="1100" b="0" i="0" u="none" strike="noStrike">
                <a:solidFill>
                  <a:srgbClr val="FFFFFF"/>
                </a:solidFill>
                <a:latin typeface="Poppins"/>
              </a:rPr>
              <a:t>Performance Growth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Avg</c:v>
                </c:pt>
              </c:strCache>
            </c:strRef>
          </c:tx>
          <c:spPr>
            <a:ln w="31750" cap="flat">
              <a:solidFill>
                <a:srgbClr val="60A5F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0A5FA"/>
              </a:solidFill>
              <a:ln w="9525" cap="flat">
                <a:solidFill>
                  <a:srgbClr val="60A5F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</c:v>
                </c:pt>
                <c:pt idx="1">
                  <c:v>69</c:v>
                </c:pt>
                <c:pt idx="2">
                  <c:v>71</c:v>
                </c:pt>
                <c:pt idx="3">
                  <c:v>77</c:v>
                </c:pt>
                <c:pt idx="4">
                  <c:v>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EC-4CDF-9E9B-BD2FE674F9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124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5" Type="http://schemas.openxmlformats.org/officeDocument/2006/relationships/image" Target="../media/image16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5.png"/><Relationship Id="rId19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Relationship Id="rId22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7.png"/><Relationship Id="rId3" Type="http://schemas.openxmlformats.org/officeDocument/2006/relationships/image" Target="../media/image7.png"/><Relationship Id="rId7" Type="http://schemas.openxmlformats.org/officeDocument/2006/relationships/image" Target="../media/image34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35.png"/><Relationship Id="rId5" Type="http://schemas.openxmlformats.org/officeDocument/2006/relationships/image" Target="../media/image33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7.png"/><Relationship Id="rId5" Type="http://schemas.openxmlformats.org/officeDocument/2006/relationships/image" Target="../media/image37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9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hart" Target="../charts/chart3.xml"/><Relationship Id="rId18" Type="http://schemas.openxmlformats.org/officeDocument/2006/relationships/image" Target="../media/image45.png"/><Relationship Id="rId3" Type="http://schemas.openxmlformats.org/officeDocument/2006/relationships/image" Target="../media/image7.png"/><Relationship Id="rId7" Type="http://schemas.openxmlformats.org/officeDocument/2006/relationships/image" Target="../media/image41.png"/><Relationship Id="rId12" Type="http://schemas.openxmlformats.org/officeDocument/2006/relationships/chart" Target="../charts/chart2.xml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chart" Target="../charts/chart1.xml"/><Relationship Id="rId5" Type="http://schemas.openxmlformats.org/officeDocument/2006/relationships/image" Target="../media/image17.png"/><Relationship Id="rId15" Type="http://schemas.openxmlformats.org/officeDocument/2006/relationships/image" Target="../media/image11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Relationship Id="rId1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hart" Target="../charts/chart7.xml"/><Relationship Id="rId5" Type="http://schemas.openxmlformats.org/officeDocument/2006/relationships/image" Target="../media/image6.png"/><Relationship Id="rId10" Type="http://schemas.openxmlformats.org/officeDocument/2006/relationships/chart" Target="../charts/chart6.xml"/><Relationship Id="rId4" Type="http://schemas.openxmlformats.org/officeDocument/2006/relationships/image" Target="../media/image2.png"/><Relationship Id="rId9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41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MAJOR PROJECT  ·  VIVA PRESENTATION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EduTrack </a:t>
            </a:r>
            <a:r>
              <a:rPr lang="en-US" sz="6000" b="1" kern="0" spc="5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21792" y="2148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Command Center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" y="2724912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AI-powered Student Management, Attendance Tracking, Performance Analytics, and Intelligent Risk Prediction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4050792"/>
            <a:ext cx="8569518" cy="2514600"/>
          </a:xfrm>
          <a:prstGeom prst="roundRect">
            <a:avLst>
              <a:gd name="adj" fmla="val 5818"/>
            </a:avLst>
          </a:prstGeom>
          <a:solidFill>
            <a:srgbClr val="0E1A30">
              <a:alpha val="72000"/>
            </a:srgbClr>
          </a:solidFill>
          <a:ln w="12700">
            <a:solidFill>
              <a:srgbClr val="2C3A5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14400" y="4050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TEAM</a:t>
            </a:r>
            <a:endParaRPr lang="en-US" sz="1100" dirty="0"/>
          </a:p>
        </p:txBody>
      </p:sp>
      <p:pic>
        <p:nvPicPr>
          <p:cNvPr id="9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4453128"/>
            <a:ext cx="457200" cy="457200"/>
          </a:xfrm>
          <a:prstGeom prst="rect">
            <a:avLst/>
          </a:prstGeom>
        </p:spPr>
      </p:pic>
      <p:pic>
        <p:nvPicPr>
          <p:cNvPr id="10" name="Image 1" descr="assets/iconw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6742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2631" y="4948197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031533" y="51663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Joshi Kavy Chetankumar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15680" y="560755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sz="10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  <a:r>
              <a:rPr sz="10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sz="100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25002171220009</a:t>
            </a:r>
          </a:p>
        </p:txBody>
      </p:sp>
      <p:pic>
        <p:nvPicPr>
          <p:cNvPr id="14" name="Image 2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945" y="4446271"/>
            <a:ext cx="457200" cy="457200"/>
          </a:xfrm>
          <a:prstGeom prst="rect">
            <a:avLst/>
          </a:prstGeom>
        </p:spPr>
      </p:pic>
      <p:pic>
        <p:nvPicPr>
          <p:cNvPr id="15" name="Image 3" descr="assets/iconw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8245" y="4570609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98959" y="4933187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3576099" y="51435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Tukadiya Uday Rajubhai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3582394" y="5584302"/>
            <a:ext cx="21627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No. 24002171510035</a:t>
            </a:r>
            <a:endParaRPr lang="en-US" sz="1000" dirty="0"/>
          </a:p>
        </p:txBody>
      </p:sp>
      <p:pic>
        <p:nvPicPr>
          <p:cNvPr id="19" name="Image 4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671" y="4411980"/>
            <a:ext cx="457200" cy="457200"/>
          </a:xfrm>
          <a:prstGeom prst="rect">
            <a:avLst/>
          </a:prstGeom>
        </p:spPr>
      </p:pic>
      <p:pic>
        <p:nvPicPr>
          <p:cNvPr id="20" name="Image 5" descr="assets/iconw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971" y="452628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62671" y="492424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MEMBER</a:t>
            </a:r>
            <a:endParaRPr lang="en-US" sz="850" dirty="0"/>
          </a:p>
        </p:txBody>
      </p:sp>
      <p:sp>
        <p:nvSpPr>
          <p:cNvPr id="22" name="Text 14"/>
          <p:cNvSpPr/>
          <p:nvPr/>
        </p:nvSpPr>
        <p:spPr>
          <a:xfrm>
            <a:off x="6062671" y="5120639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Karavadara Raj Murubhai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6068966" y="5564123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No. 24002171210073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904460" y="5907022"/>
            <a:ext cx="7785390" cy="18289"/>
          </a:xfrm>
          <a:prstGeom prst="line">
            <a:avLst/>
          </a:prstGeom>
          <a:noFill/>
          <a:ln w="12700">
            <a:solidFill>
              <a:srgbClr val="26344F"/>
            </a:solidFill>
            <a:prstDash val="solid"/>
            <a:tailEnd type="none"/>
          </a:ln>
        </p:spPr>
        <p:txBody>
          <a:bodyPr/>
          <a:lstStyle/>
          <a:p>
            <a:endParaRPr dirty="0"/>
          </a:p>
        </p:txBody>
      </p:sp>
      <p:pic>
        <p:nvPicPr>
          <p:cNvPr id="25" name="Image 6" descr="assets/badg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925312"/>
            <a:ext cx="365760" cy="365760"/>
          </a:xfrm>
          <a:prstGeom prst="rect">
            <a:avLst/>
          </a:prstGeom>
        </p:spPr>
      </p:pic>
      <p:pic>
        <p:nvPicPr>
          <p:cNvPr id="26" name="Image 7" descr="assets/iconw_graduation_c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889" y="6012180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348740" y="5907024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LJ Institute of Engineering and Technology (LJIET)
</a:t>
            </a: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Department of Computer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EDUTRACK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5836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417320"/>
            <a:ext cx="5349240" cy="5074920"/>
          </a:xfrm>
          <a:prstGeom prst="roundRect">
            <a:avLst>
              <a:gd name="adj" fmla="val 2883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09928"/>
            <a:ext cx="420624" cy="420624"/>
          </a:xfrm>
          <a:prstGeom prst="rect">
            <a:avLst/>
          </a:prstGeom>
        </p:spPr>
      </p:pic>
      <p:pic>
        <p:nvPicPr>
          <p:cNvPr id="6" name="Image 1" descr="assets/iconw_triangle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1815084"/>
            <a:ext cx="210312" cy="2103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68680" y="2377440"/>
            <a:ext cx="4754880" cy="621792"/>
          </a:xfrm>
          <a:prstGeom prst="roundRect">
            <a:avLst>
              <a:gd name="adj" fmla="val 19118"/>
            </a:avLst>
          </a:prstGeom>
          <a:solidFill>
            <a:srgbClr val="0E1A30">
              <a:alpha val="85000"/>
            </a:srgbClr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2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468880"/>
            <a:ext cx="402336" cy="402336"/>
          </a:xfrm>
          <a:prstGeom prst="rect">
            <a:avLst/>
          </a:prstGeom>
        </p:spPr>
      </p:pic>
      <p:pic>
        <p:nvPicPr>
          <p:cNvPr id="10" name="Image 3" descr="assets/iconw_file_st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856" y="2569464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72768" y="2377440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Manual, Paper-Based Records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868680" y="3127248"/>
            <a:ext cx="4754880" cy="621792"/>
          </a:xfrm>
          <a:prstGeom prst="roundRect">
            <a:avLst>
              <a:gd name="adj" fmla="val 19118"/>
            </a:avLst>
          </a:prstGeom>
          <a:solidFill>
            <a:srgbClr val="0E1A30">
              <a:alpha val="85000"/>
            </a:srgbClr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4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218688"/>
            <a:ext cx="402336" cy="402336"/>
          </a:xfrm>
          <a:prstGeom prst="rect">
            <a:avLst/>
          </a:prstGeom>
        </p:spPr>
      </p:pic>
      <p:pic>
        <p:nvPicPr>
          <p:cNvPr id="14" name="Image 5" descr="assets/iconw_calendar_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856" y="3319272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572768" y="3127248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 Attendance Management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868680" y="3877056"/>
            <a:ext cx="4754880" cy="621792"/>
          </a:xfrm>
          <a:prstGeom prst="roundRect">
            <a:avLst>
              <a:gd name="adj" fmla="val 19118"/>
            </a:avLst>
          </a:prstGeom>
          <a:solidFill>
            <a:srgbClr val="0E1A30">
              <a:alpha val="85000"/>
            </a:srgbClr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6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968496"/>
            <a:ext cx="402336" cy="402336"/>
          </a:xfrm>
          <a:prstGeom prst="rect">
            <a:avLst/>
          </a:prstGeom>
        </p:spPr>
      </p:pic>
      <p:pic>
        <p:nvPicPr>
          <p:cNvPr id="18" name="Image 7" descr="assets/iconw_clock_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3856" y="4069080"/>
            <a:ext cx="201168" cy="2011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572768" y="3877056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Time-Consuming Report Generation</a:t>
            </a:r>
            <a:endParaRPr lang="en-US" sz="1350" dirty="0"/>
          </a:p>
        </p:txBody>
      </p:sp>
      <p:sp>
        <p:nvSpPr>
          <p:cNvPr id="20" name="Shape 10"/>
          <p:cNvSpPr/>
          <p:nvPr/>
        </p:nvSpPr>
        <p:spPr>
          <a:xfrm>
            <a:off x="868680" y="4626864"/>
            <a:ext cx="4754880" cy="621792"/>
          </a:xfrm>
          <a:prstGeom prst="roundRect">
            <a:avLst>
              <a:gd name="adj" fmla="val 19118"/>
            </a:avLst>
          </a:prstGeom>
          <a:solidFill>
            <a:srgbClr val="0E1A30">
              <a:alpha val="85000"/>
            </a:srgbClr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8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718304"/>
            <a:ext cx="402336" cy="402336"/>
          </a:xfrm>
          <a:prstGeom prst="rect">
            <a:avLst/>
          </a:prstGeom>
        </p:spPr>
      </p:pic>
      <p:pic>
        <p:nvPicPr>
          <p:cNvPr id="22" name="Image 9" descr="assets/iconw_file_warn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856" y="4818888"/>
            <a:ext cx="201168" cy="20116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572768" y="4626864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Early Risk Prediction</a:t>
            </a:r>
            <a:endParaRPr lang="en-US" sz="1350" dirty="0"/>
          </a:p>
        </p:txBody>
      </p:sp>
      <p:sp>
        <p:nvSpPr>
          <p:cNvPr id="24" name="Shape 12"/>
          <p:cNvSpPr/>
          <p:nvPr/>
        </p:nvSpPr>
        <p:spPr>
          <a:xfrm>
            <a:off x="868680" y="5376672"/>
            <a:ext cx="4754880" cy="621792"/>
          </a:xfrm>
          <a:prstGeom prst="roundRect">
            <a:avLst>
              <a:gd name="adj" fmla="val 19118"/>
            </a:avLst>
          </a:prstGeom>
          <a:solidFill>
            <a:srgbClr val="0E1A30">
              <a:alpha val="85000"/>
            </a:srgbClr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10" descr="assets/badge_se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468112"/>
            <a:ext cx="402336" cy="402336"/>
          </a:xfrm>
          <a:prstGeom prst="rect">
            <a:avLst/>
          </a:prstGeom>
        </p:spPr>
      </p:pic>
      <p:pic>
        <p:nvPicPr>
          <p:cNvPr id="26" name="Image 11" descr="assets/iconw_shuff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3856" y="5568696"/>
            <a:ext cx="201168" cy="20116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1572768" y="5376672"/>
            <a:ext cx="4069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Scattered Student Information</a:t>
            </a:r>
            <a:endParaRPr lang="en-US" sz="1350" dirty="0"/>
          </a:p>
        </p:txBody>
      </p:sp>
      <p:sp>
        <p:nvSpPr>
          <p:cNvPr id="28" name="Shape 14"/>
          <p:cNvSpPr/>
          <p:nvPr/>
        </p:nvSpPr>
        <p:spPr>
          <a:xfrm>
            <a:off x="6153912" y="1417320"/>
            <a:ext cx="5349240" cy="5074920"/>
          </a:xfrm>
          <a:prstGeom prst="roundRect">
            <a:avLst>
              <a:gd name="adj" fmla="val 2883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12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1709928"/>
            <a:ext cx="420624" cy="420624"/>
          </a:xfrm>
          <a:prstGeom prst="rect">
            <a:avLst/>
          </a:prstGeom>
        </p:spPr>
      </p:pic>
      <p:pic>
        <p:nvPicPr>
          <p:cNvPr id="30" name="Image 13" descr="assets/iconw_targe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1676" y="1815084"/>
            <a:ext cx="210312" cy="210312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6995160" y="17282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Objectives</a:t>
            </a:r>
            <a:endParaRPr lang="en-US" sz="1700" dirty="0"/>
          </a:p>
        </p:txBody>
      </p:sp>
      <p:sp>
        <p:nvSpPr>
          <p:cNvPr id="35" name="Text 17"/>
          <p:cNvSpPr/>
          <p:nvPr/>
        </p:nvSpPr>
        <p:spPr>
          <a:xfrm>
            <a:off x="7095744" y="2377440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Shape 18"/>
          <p:cNvSpPr/>
          <p:nvPr/>
        </p:nvSpPr>
        <p:spPr>
          <a:xfrm>
            <a:off x="6473554" y="2400300"/>
            <a:ext cx="4754880" cy="516636"/>
          </a:xfrm>
          <a:prstGeom prst="roundRect">
            <a:avLst>
              <a:gd name="adj" fmla="val 18392"/>
            </a:avLst>
          </a:prstGeom>
          <a:solidFill>
            <a:srgbClr val="0E1A30">
              <a:alpha val="90000"/>
            </a:srgbClr>
          </a:solidFill>
          <a:ln w="12700">
            <a:solidFill>
              <a:srgbClr val="1E44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16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8252" y="2514600"/>
            <a:ext cx="347472" cy="347472"/>
          </a:xfrm>
          <a:prstGeom prst="rect">
            <a:avLst/>
          </a:prstGeom>
        </p:spPr>
      </p:pic>
      <p:pic>
        <p:nvPicPr>
          <p:cNvPr id="38" name="Image 17" descr="assets/iconw_user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4264" y="2583180"/>
            <a:ext cx="173736" cy="173736"/>
          </a:xfrm>
          <a:prstGeom prst="rect">
            <a:avLst/>
          </a:prstGeom>
        </p:spPr>
      </p:pic>
      <p:sp>
        <p:nvSpPr>
          <p:cNvPr id="39" name="Text 19"/>
          <p:cNvSpPr/>
          <p:nvPr/>
        </p:nvSpPr>
        <p:spPr>
          <a:xfrm>
            <a:off x="7095744" y="2430018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Student Management</a:t>
            </a:r>
            <a:endParaRPr lang="en-US" sz="1250" dirty="0"/>
          </a:p>
        </p:txBody>
      </p:sp>
      <p:sp>
        <p:nvSpPr>
          <p:cNvPr id="40" name="Shape 20"/>
          <p:cNvSpPr/>
          <p:nvPr/>
        </p:nvSpPr>
        <p:spPr>
          <a:xfrm>
            <a:off x="6473554" y="3208749"/>
            <a:ext cx="4754880" cy="516636"/>
          </a:xfrm>
          <a:prstGeom prst="roundRect">
            <a:avLst>
              <a:gd name="adj" fmla="val 23009"/>
            </a:avLst>
          </a:prstGeom>
          <a:solidFill>
            <a:srgbClr val="0E1A30">
              <a:alpha val="90000"/>
            </a:srgbClr>
          </a:solidFill>
          <a:ln w="12700">
            <a:solidFill>
              <a:srgbClr val="1E44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" name="Image 18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112" y="3289554"/>
            <a:ext cx="347472" cy="347472"/>
          </a:xfrm>
          <a:prstGeom prst="rect">
            <a:avLst/>
          </a:prstGeom>
        </p:spPr>
      </p:pic>
      <p:pic>
        <p:nvPicPr>
          <p:cNvPr id="42" name="Image 19" descr="assets/iconw_calendar_chec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97980" y="3383280"/>
            <a:ext cx="173736" cy="173736"/>
          </a:xfrm>
          <a:prstGeom prst="rect">
            <a:avLst/>
          </a:prstGeom>
        </p:spPr>
      </p:pic>
      <p:sp>
        <p:nvSpPr>
          <p:cNvPr id="43" name="Text 21"/>
          <p:cNvSpPr/>
          <p:nvPr/>
        </p:nvSpPr>
        <p:spPr>
          <a:xfrm>
            <a:off x="7127549" y="3204972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Attendance Tracking</a:t>
            </a:r>
            <a:endParaRPr lang="en-US" sz="1250" dirty="0"/>
          </a:p>
        </p:txBody>
      </p:sp>
      <p:sp>
        <p:nvSpPr>
          <p:cNvPr id="44" name="Shape 22"/>
          <p:cNvSpPr/>
          <p:nvPr/>
        </p:nvSpPr>
        <p:spPr>
          <a:xfrm>
            <a:off x="6446520" y="3914427"/>
            <a:ext cx="4754880" cy="516636"/>
          </a:xfrm>
          <a:prstGeom prst="roundRect">
            <a:avLst>
              <a:gd name="adj" fmla="val 23009"/>
            </a:avLst>
          </a:prstGeom>
          <a:solidFill>
            <a:srgbClr val="0E1A30">
              <a:alpha val="90000"/>
            </a:srgbClr>
          </a:solidFill>
          <a:ln w="12700">
            <a:solidFill>
              <a:srgbClr val="1E44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20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9660" y="3995928"/>
            <a:ext cx="347472" cy="347472"/>
          </a:xfrm>
          <a:prstGeom prst="rect">
            <a:avLst/>
          </a:prstGeom>
        </p:spPr>
      </p:pic>
      <p:pic>
        <p:nvPicPr>
          <p:cNvPr id="46" name="Image 21" descr="assets/iconw_book_op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20840" y="4096512"/>
            <a:ext cx="173736" cy="173736"/>
          </a:xfrm>
          <a:prstGeom prst="rect">
            <a:avLst/>
          </a:prstGeom>
        </p:spPr>
      </p:pic>
      <p:sp>
        <p:nvSpPr>
          <p:cNvPr id="47" name="Text 23"/>
          <p:cNvSpPr/>
          <p:nvPr/>
        </p:nvSpPr>
        <p:spPr>
          <a:xfrm>
            <a:off x="7095744" y="3921981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Marks Management</a:t>
            </a:r>
            <a:endParaRPr lang="en-US" sz="1250" dirty="0"/>
          </a:p>
        </p:txBody>
      </p:sp>
      <p:sp>
        <p:nvSpPr>
          <p:cNvPr id="48" name="Shape 24"/>
          <p:cNvSpPr/>
          <p:nvPr/>
        </p:nvSpPr>
        <p:spPr>
          <a:xfrm>
            <a:off x="6430882" y="4604501"/>
            <a:ext cx="4754880" cy="516636"/>
          </a:xfrm>
          <a:prstGeom prst="roundRect">
            <a:avLst>
              <a:gd name="adj" fmla="val 23009"/>
            </a:avLst>
          </a:prstGeom>
          <a:solidFill>
            <a:srgbClr val="0E1A30">
              <a:alpha val="90000"/>
            </a:srgbClr>
          </a:solidFill>
          <a:ln w="12700">
            <a:solidFill>
              <a:srgbClr val="1E44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9" name="Image 22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8252" y="4700811"/>
            <a:ext cx="347472" cy="347472"/>
          </a:xfrm>
          <a:prstGeom prst="rect">
            <a:avLst/>
          </a:prstGeom>
        </p:spPr>
      </p:pic>
      <p:pic>
        <p:nvPicPr>
          <p:cNvPr id="50" name="Image 23" descr="assets/iconw_brai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75120" y="4796425"/>
            <a:ext cx="173736" cy="173736"/>
          </a:xfrm>
          <a:prstGeom prst="rect">
            <a:avLst/>
          </a:prstGeom>
        </p:spPr>
      </p:pic>
      <p:sp>
        <p:nvSpPr>
          <p:cNvPr id="51" name="Text 25"/>
          <p:cNvSpPr/>
          <p:nvPr/>
        </p:nvSpPr>
        <p:spPr>
          <a:xfrm>
            <a:off x="7127549" y="4604501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AI-Driven Risk Prediction</a:t>
            </a:r>
            <a:endParaRPr lang="en-US" sz="1250" dirty="0"/>
          </a:p>
        </p:txBody>
      </p:sp>
      <p:sp>
        <p:nvSpPr>
          <p:cNvPr id="52" name="Shape 26"/>
          <p:cNvSpPr/>
          <p:nvPr/>
        </p:nvSpPr>
        <p:spPr>
          <a:xfrm>
            <a:off x="6403848" y="5344767"/>
            <a:ext cx="4754880" cy="516636"/>
          </a:xfrm>
          <a:prstGeom prst="roundRect">
            <a:avLst>
              <a:gd name="adj" fmla="val 23009"/>
            </a:avLst>
          </a:prstGeom>
          <a:solidFill>
            <a:srgbClr val="0E1A30">
              <a:alpha val="90000"/>
            </a:srgbClr>
          </a:solidFill>
          <a:ln w="12700">
            <a:solidFill>
              <a:srgbClr val="1E447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3" name="Image 24" descr="assets/badge_accen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9500" y="5429946"/>
            <a:ext cx="347472" cy="347472"/>
          </a:xfrm>
          <a:prstGeom prst="rect">
            <a:avLst/>
          </a:prstGeom>
        </p:spPr>
      </p:pic>
      <p:pic>
        <p:nvPicPr>
          <p:cNvPr id="54" name="Image 25" descr="assets/iconw_file_ba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64452" y="5502899"/>
            <a:ext cx="173736" cy="173736"/>
          </a:xfrm>
          <a:prstGeom prst="rect">
            <a:avLst/>
          </a:prstGeom>
        </p:spPr>
      </p:pic>
      <p:sp>
        <p:nvSpPr>
          <p:cNvPr id="55" name="Text 27"/>
          <p:cNvSpPr/>
          <p:nvPr/>
        </p:nvSpPr>
        <p:spPr>
          <a:xfrm>
            <a:off x="7082624" y="5359775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One-Click Professional Reports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19376" y="3840480"/>
            <a:ext cx="3776472" cy="38404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59156" y="1516711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1746504"/>
            <a:ext cx="475488" cy="475488"/>
          </a:xfrm>
          <a:prstGeom prst="rect">
            <a:avLst/>
          </a:prstGeom>
        </p:spPr>
      </p:pic>
      <p:pic>
        <p:nvPicPr>
          <p:cNvPr id="7" name="Image 1" descr="assets/iconw_reac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60" y="186537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27836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550" dirty="0"/>
          </a:p>
        </p:txBody>
      </p:sp>
      <p:pic>
        <p:nvPicPr>
          <p:cNvPr id="9" name="Image 2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6" y="2377440"/>
            <a:ext cx="292608" cy="292608"/>
          </a:xfrm>
          <a:prstGeom prst="rect">
            <a:avLst/>
          </a:prstGeom>
        </p:spPr>
      </p:pic>
      <p:pic>
        <p:nvPicPr>
          <p:cNvPr id="10" name="Image 3" descr="assets/iconw_z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628" y="2450592"/>
            <a:ext cx="146304" cy="1463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35812" y="2350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</a:t>
            </a:r>
            <a:endParaRPr lang="en-US" sz="1250" dirty="0"/>
          </a:p>
        </p:txBody>
      </p:sp>
      <p:pic>
        <p:nvPicPr>
          <p:cNvPr id="12" name="Image 4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6" y="2798064"/>
            <a:ext cx="292608" cy="292608"/>
          </a:xfrm>
          <a:prstGeom prst="rect">
            <a:avLst/>
          </a:prstGeom>
        </p:spPr>
      </p:pic>
      <p:pic>
        <p:nvPicPr>
          <p:cNvPr id="13" name="Image 5" descr="assets/iconw_wi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628" y="2871216"/>
            <a:ext cx="146304" cy="14630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235812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</a:t>
            </a:r>
            <a:endParaRPr lang="en-US" sz="1250" dirty="0"/>
          </a:p>
        </p:txBody>
      </p:sp>
      <p:pic>
        <p:nvPicPr>
          <p:cNvPr id="15" name="Image 6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6" y="3218688"/>
            <a:ext cx="292608" cy="292608"/>
          </a:xfrm>
          <a:prstGeom prst="rect">
            <a:avLst/>
          </a:prstGeom>
        </p:spPr>
      </p:pic>
      <p:pic>
        <p:nvPicPr>
          <p:cNvPr id="16" name="Image 7" descr="assets/iconw_layout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628" y="3291840"/>
            <a:ext cx="146304" cy="14630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35812" y="31912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Tailwind CSS</a:t>
            </a:r>
            <a:endParaRPr lang="en-US" sz="1250" dirty="0"/>
          </a:p>
        </p:txBody>
      </p:sp>
      <p:sp>
        <p:nvSpPr>
          <p:cNvPr id="18" name="Shape 8"/>
          <p:cNvSpPr/>
          <p:nvPr/>
        </p:nvSpPr>
        <p:spPr>
          <a:xfrm>
            <a:off x="6095848" y="3840480"/>
            <a:ext cx="0" cy="38404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19" name="Shape 9"/>
          <p:cNvSpPr/>
          <p:nvPr/>
        </p:nvSpPr>
        <p:spPr>
          <a:xfrm>
            <a:off x="4335628" y="150876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8" descr="assets/badge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660" y="1746504"/>
            <a:ext cx="475488" cy="475488"/>
          </a:xfrm>
          <a:prstGeom prst="rect">
            <a:avLst/>
          </a:prstGeom>
        </p:spPr>
      </p:pic>
      <p:pic>
        <p:nvPicPr>
          <p:cNvPr id="21" name="Image 9" descr="assets/iconw_serv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0532" y="1865376"/>
            <a:ext cx="237744" cy="237744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204308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550" dirty="0"/>
          </a:p>
        </p:txBody>
      </p:sp>
      <p:pic>
        <p:nvPicPr>
          <p:cNvPr id="23" name="Image 10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48" y="2377440"/>
            <a:ext cx="292608" cy="292608"/>
          </a:xfrm>
          <a:prstGeom prst="rect">
            <a:avLst/>
          </a:prstGeom>
        </p:spPr>
      </p:pic>
      <p:pic>
        <p:nvPicPr>
          <p:cNvPr id="24" name="Image 11" descr="assets/iconw_serv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3100" y="2450592"/>
            <a:ext cx="146304" cy="146304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5012284" y="2350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</a:t>
            </a:r>
            <a:endParaRPr lang="en-US" sz="1250" dirty="0"/>
          </a:p>
        </p:txBody>
      </p:sp>
      <p:pic>
        <p:nvPicPr>
          <p:cNvPr id="26" name="Image 12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48" y="2798064"/>
            <a:ext cx="292608" cy="292608"/>
          </a:xfrm>
          <a:prstGeom prst="rect">
            <a:avLst/>
          </a:prstGeom>
        </p:spPr>
      </p:pic>
      <p:pic>
        <p:nvPicPr>
          <p:cNvPr id="27" name="Image 13" descr="assets/iconw_pyth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83100" y="2871216"/>
            <a:ext cx="146304" cy="146304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>
            <a:off x="5012284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</a:t>
            </a:r>
            <a:endParaRPr lang="en-US" sz="1250" dirty="0"/>
          </a:p>
        </p:txBody>
      </p:sp>
      <p:sp>
        <p:nvSpPr>
          <p:cNvPr id="29" name="Shape 13"/>
          <p:cNvSpPr/>
          <p:nvPr/>
        </p:nvSpPr>
        <p:spPr>
          <a:xfrm flipH="1">
            <a:off x="6095848" y="3840480"/>
            <a:ext cx="3776472" cy="38404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30" name="Shape 14"/>
          <p:cNvSpPr/>
          <p:nvPr/>
        </p:nvSpPr>
        <p:spPr>
          <a:xfrm>
            <a:off x="8112100" y="150876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14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132" y="1746504"/>
            <a:ext cx="475488" cy="475488"/>
          </a:xfrm>
          <a:prstGeom prst="rect">
            <a:avLst/>
          </a:prstGeom>
        </p:spPr>
      </p:pic>
      <p:pic>
        <p:nvPicPr>
          <p:cNvPr id="32" name="Image 15" descr="assets/iconw_ke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7004" y="1865376"/>
            <a:ext cx="237744" cy="237744"/>
          </a:xfrm>
          <a:prstGeom prst="rect">
            <a:avLst/>
          </a:prstGeom>
        </p:spPr>
      </p:pic>
      <p:sp>
        <p:nvSpPr>
          <p:cNvPr id="33" name="Text 15"/>
          <p:cNvSpPr/>
          <p:nvPr/>
        </p:nvSpPr>
        <p:spPr>
          <a:xfrm>
            <a:off x="8980780" y="17647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</a:t>
            </a:r>
            <a:endParaRPr lang="en-US" sz="1550" dirty="0"/>
          </a:p>
        </p:txBody>
      </p:sp>
      <p:pic>
        <p:nvPicPr>
          <p:cNvPr id="34" name="Image 16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420" y="2377440"/>
            <a:ext cx="292608" cy="292608"/>
          </a:xfrm>
          <a:prstGeom prst="rect">
            <a:avLst/>
          </a:prstGeom>
        </p:spPr>
      </p:pic>
      <p:pic>
        <p:nvPicPr>
          <p:cNvPr id="35" name="Image 17" descr="assets/iconw_loc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9572" y="2450592"/>
            <a:ext cx="146304" cy="146304"/>
          </a:xfrm>
          <a:prstGeom prst="rect">
            <a:avLst/>
          </a:prstGeom>
        </p:spPr>
      </p:pic>
      <p:sp>
        <p:nvSpPr>
          <p:cNvPr id="36" name="Text 16"/>
          <p:cNvSpPr/>
          <p:nvPr/>
        </p:nvSpPr>
        <p:spPr>
          <a:xfrm>
            <a:off x="8788756" y="235000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</a:t>
            </a:r>
            <a:endParaRPr lang="en-US" sz="1250" dirty="0"/>
          </a:p>
        </p:txBody>
      </p:sp>
      <p:pic>
        <p:nvPicPr>
          <p:cNvPr id="37" name="Image 18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420" y="2798064"/>
            <a:ext cx="292608" cy="292608"/>
          </a:xfrm>
          <a:prstGeom prst="rect">
            <a:avLst/>
          </a:prstGeom>
        </p:spPr>
      </p:pic>
      <p:pic>
        <p:nvPicPr>
          <p:cNvPr id="38" name="Image 19" descr="assets/iconw_glo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59572" y="2871216"/>
            <a:ext cx="146304" cy="146304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8788756" y="2770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OAuth</a:t>
            </a:r>
            <a:endParaRPr lang="en-US" sz="1250" dirty="0"/>
          </a:p>
        </p:txBody>
      </p:sp>
      <p:pic>
        <p:nvPicPr>
          <p:cNvPr id="40" name="Image 20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420" y="3218688"/>
            <a:ext cx="292608" cy="292608"/>
          </a:xfrm>
          <a:prstGeom prst="rect">
            <a:avLst/>
          </a:prstGeom>
        </p:spPr>
      </p:pic>
      <p:pic>
        <p:nvPicPr>
          <p:cNvPr id="41" name="Image 21" descr="assets/iconw_githu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59572" y="3291840"/>
            <a:ext cx="146304" cy="146304"/>
          </a:xfrm>
          <a:prstGeom prst="rect">
            <a:avLst/>
          </a:prstGeom>
        </p:spPr>
      </p:pic>
      <p:sp>
        <p:nvSpPr>
          <p:cNvPr id="42" name="Text 18"/>
          <p:cNvSpPr/>
          <p:nvPr/>
        </p:nvSpPr>
        <p:spPr>
          <a:xfrm>
            <a:off x="8788756" y="319125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OAuth</a:t>
            </a:r>
            <a:endParaRPr lang="en-US" sz="1250" dirty="0"/>
          </a:p>
        </p:txBody>
      </p:sp>
      <p:sp>
        <p:nvSpPr>
          <p:cNvPr id="43" name="Shape 19"/>
          <p:cNvSpPr/>
          <p:nvPr/>
        </p:nvSpPr>
        <p:spPr>
          <a:xfrm>
            <a:off x="2319376" y="4160520"/>
            <a:ext cx="3776472" cy="6400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4" name="Shape 20"/>
          <p:cNvSpPr/>
          <p:nvPr/>
        </p:nvSpPr>
        <p:spPr>
          <a:xfrm>
            <a:off x="559156" y="416052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5" name="Image 2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88" y="4398264"/>
            <a:ext cx="475488" cy="475488"/>
          </a:xfrm>
          <a:prstGeom prst="rect">
            <a:avLst/>
          </a:prstGeom>
        </p:spPr>
      </p:pic>
      <p:pic>
        <p:nvPicPr>
          <p:cNvPr id="46" name="Image 23" descr="assets/iconw_databas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4060" y="4517136"/>
            <a:ext cx="237744" cy="237744"/>
          </a:xfrm>
          <a:prstGeom prst="rect">
            <a:avLst/>
          </a:prstGeom>
        </p:spPr>
      </p:pic>
      <p:sp>
        <p:nvSpPr>
          <p:cNvPr id="47" name="Text 21"/>
          <p:cNvSpPr/>
          <p:nvPr/>
        </p:nvSpPr>
        <p:spPr>
          <a:xfrm>
            <a:off x="1427836" y="4416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550" dirty="0"/>
          </a:p>
        </p:txBody>
      </p:sp>
      <p:pic>
        <p:nvPicPr>
          <p:cNvPr id="48" name="Image 24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6" y="5029200"/>
            <a:ext cx="292608" cy="292608"/>
          </a:xfrm>
          <a:prstGeom prst="rect">
            <a:avLst/>
          </a:prstGeom>
        </p:spPr>
      </p:pic>
      <p:pic>
        <p:nvPicPr>
          <p:cNvPr id="49" name="Image 25" descr="assets/iconw_databas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6628" y="5102352"/>
            <a:ext cx="146304" cy="146304"/>
          </a:xfrm>
          <a:prstGeom prst="rect">
            <a:avLst/>
          </a:prstGeom>
        </p:spPr>
      </p:pic>
      <p:sp>
        <p:nvSpPr>
          <p:cNvPr id="50" name="Text 22"/>
          <p:cNvSpPr/>
          <p:nvPr/>
        </p:nvSpPr>
        <p:spPr>
          <a:xfrm>
            <a:off x="1235812" y="5001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</a:t>
            </a:r>
            <a:endParaRPr lang="en-US" sz="1250" dirty="0"/>
          </a:p>
        </p:txBody>
      </p:sp>
      <p:pic>
        <p:nvPicPr>
          <p:cNvPr id="51" name="Image 26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6" y="5449824"/>
            <a:ext cx="292608" cy="292608"/>
          </a:xfrm>
          <a:prstGeom prst="rect">
            <a:avLst/>
          </a:prstGeom>
        </p:spPr>
      </p:pic>
      <p:pic>
        <p:nvPicPr>
          <p:cNvPr id="52" name="Image 27" descr="assets/iconw_tabl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628" y="5522976"/>
            <a:ext cx="146304" cy="146304"/>
          </a:xfrm>
          <a:prstGeom prst="rect">
            <a:avLst/>
          </a:prstGeom>
        </p:spPr>
      </p:pic>
      <p:sp>
        <p:nvSpPr>
          <p:cNvPr id="53" name="Text 23"/>
          <p:cNvSpPr/>
          <p:nvPr/>
        </p:nvSpPr>
        <p:spPr>
          <a:xfrm>
            <a:off x="1235812" y="54223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SQLAlchemy</a:t>
            </a:r>
            <a:endParaRPr lang="en-US" sz="1250" dirty="0"/>
          </a:p>
        </p:txBody>
      </p:sp>
      <p:sp>
        <p:nvSpPr>
          <p:cNvPr id="54" name="Shape 24"/>
          <p:cNvSpPr/>
          <p:nvPr/>
        </p:nvSpPr>
        <p:spPr>
          <a:xfrm>
            <a:off x="6095848" y="4160520"/>
            <a:ext cx="0" cy="6400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5" name="Shape 25"/>
          <p:cNvSpPr/>
          <p:nvPr/>
        </p:nvSpPr>
        <p:spPr>
          <a:xfrm>
            <a:off x="4335628" y="416052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6" name="Image 28" descr="assets/badge_bl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1660" y="4398264"/>
            <a:ext cx="475488" cy="475488"/>
          </a:xfrm>
          <a:prstGeom prst="rect">
            <a:avLst/>
          </a:prstGeom>
        </p:spPr>
      </p:pic>
      <p:pic>
        <p:nvPicPr>
          <p:cNvPr id="57" name="Image 29" descr="assets/iconw_she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0532" y="4517136"/>
            <a:ext cx="237744" cy="237744"/>
          </a:xfrm>
          <a:prstGeom prst="rect">
            <a:avLst/>
          </a:prstGeom>
        </p:spPr>
      </p:pic>
      <p:sp>
        <p:nvSpPr>
          <p:cNvPr id="58" name="Text 26"/>
          <p:cNvSpPr/>
          <p:nvPr/>
        </p:nvSpPr>
        <p:spPr>
          <a:xfrm>
            <a:off x="5204308" y="4416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Processing</a:t>
            </a:r>
            <a:endParaRPr lang="en-US" sz="1550" dirty="0"/>
          </a:p>
        </p:txBody>
      </p:sp>
      <p:pic>
        <p:nvPicPr>
          <p:cNvPr id="59" name="Image 30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48" y="5029200"/>
            <a:ext cx="292608" cy="292608"/>
          </a:xfrm>
          <a:prstGeom prst="rect">
            <a:avLst/>
          </a:prstGeom>
        </p:spPr>
      </p:pic>
      <p:pic>
        <p:nvPicPr>
          <p:cNvPr id="60" name="Image 31" descr="assets/iconw_shee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83100" y="5102352"/>
            <a:ext cx="146304" cy="146304"/>
          </a:xfrm>
          <a:prstGeom prst="rect">
            <a:avLst/>
          </a:prstGeom>
        </p:spPr>
      </p:pic>
      <p:sp>
        <p:nvSpPr>
          <p:cNvPr id="61" name="Text 27"/>
          <p:cNvSpPr/>
          <p:nvPr/>
        </p:nvSpPr>
        <p:spPr>
          <a:xfrm>
            <a:off x="5012284" y="5001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</a:t>
            </a:r>
            <a:endParaRPr lang="en-US" sz="1250" dirty="0"/>
          </a:p>
        </p:txBody>
      </p:sp>
      <p:pic>
        <p:nvPicPr>
          <p:cNvPr id="62" name="Image 32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948" y="5449824"/>
            <a:ext cx="292608" cy="292608"/>
          </a:xfrm>
          <a:prstGeom prst="rect">
            <a:avLst/>
          </a:prstGeom>
        </p:spPr>
      </p:pic>
      <p:pic>
        <p:nvPicPr>
          <p:cNvPr id="63" name="Image 33" descr="assets/iconw_file_ba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83100" y="5522976"/>
            <a:ext cx="146304" cy="146304"/>
          </a:xfrm>
          <a:prstGeom prst="rect">
            <a:avLst/>
          </a:prstGeom>
        </p:spPr>
      </p:pic>
      <p:sp>
        <p:nvSpPr>
          <p:cNvPr id="64" name="Text 28"/>
          <p:cNvSpPr/>
          <p:nvPr/>
        </p:nvSpPr>
        <p:spPr>
          <a:xfrm>
            <a:off x="5012284" y="542239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OpenPyXL</a:t>
            </a:r>
            <a:endParaRPr lang="en-US" sz="1250" dirty="0"/>
          </a:p>
        </p:txBody>
      </p:sp>
      <p:sp>
        <p:nvSpPr>
          <p:cNvPr id="65" name="Shape 29"/>
          <p:cNvSpPr/>
          <p:nvPr/>
        </p:nvSpPr>
        <p:spPr>
          <a:xfrm flipH="1">
            <a:off x="6095848" y="4160520"/>
            <a:ext cx="3776472" cy="64008"/>
          </a:xfrm>
          <a:prstGeom prst="line">
            <a:avLst/>
          </a:prstGeom>
          <a:noFill/>
          <a:ln w="15875">
            <a:solidFill>
              <a:srgbClr val="24344F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6" name="Shape 30"/>
          <p:cNvSpPr/>
          <p:nvPr/>
        </p:nvSpPr>
        <p:spPr>
          <a:xfrm>
            <a:off x="8112100" y="4160520"/>
            <a:ext cx="3520440" cy="2331720"/>
          </a:xfrm>
          <a:prstGeom prst="roundRect">
            <a:avLst>
              <a:gd name="adj" fmla="val 5882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7" name="Image 34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132" y="4398264"/>
            <a:ext cx="475488" cy="475488"/>
          </a:xfrm>
          <a:prstGeom prst="rect">
            <a:avLst/>
          </a:prstGeom>
        </p:spPr>
      </p:pic>
      <p:pic>
        <p:nvPicPr>
          <p:cNvPr id="68" name="Image 35" descr="assets/iconw_cpu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87004" y="4517136"/>
            <a:ext cx="237744" cy="237744"/>
          </a:xfrm>
          <a:prstGeom prst="rect">
            <a:avLst/>
          </a:prstGeom>
        </p:spPr>
      </p:pic>
      <p:sp>
        <p:nvSpPr>
          <p:cNvPr id="69" name="Text 31"/>
          <p:cNvSpPr/>
          <p:nvPr/>
        </p:nvSpPr>
        <p:spPr>
          <a:xfrm>
            <a:off x="8980780" y="44165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</a:t>
            </a:r>
            <a:endParaRPr lang="en-US" sz="1550" dirty="0"/>
          </a:p>
        </p:txBody>
      </p:sp>
      <p:pic>
        <p:nvPicPr>
          <p:cNvPr id="70" name="Image 36" descr="assets/badge_seco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420" y="5029200"/>
            <a:ext cx="292608" cy="292608"/>
          </a:xfrm>
          <a:prstGeom prst="rect">
            <a:avLst/>
          </a:prstGeom>
        </p:spPr>
      </p:pic>
      <p:pic>
        <p:nvPicPr>
          <p:cNvPr id="71" name="Image 37" descr="assets/iconw_brai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59572" y="5102352"/>
            <a:ext cx="146304" cy="146304"/>
          </a:xfrm>
          <a:prstGeom prst="rect">
            <a:avLst/>
          </a:prstGeom>
        </p:spPr>
      </p:pic>
      <p:sp>
        <p:nvSpPr>
          <p:cNvPr id="72" name="Text 32"/>
          <p:cNvSpPr/>
          <p:nvPr/>
        </p:nvSpPr>
        <p:spPr>
          <a:xfrm>
            <a:off x="8788756" y="50017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endParaRPr lang="en-US" sz="1250" dirty="0"/>
          </a:p>
        </p:txBody>
      </p:sp>
      <p:pic>
        <p:nvPicPr>
          <p:cNvPr id="73" name="Image 38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087" y="3579876"/>
            <a:ext cx="731520" cy="731520"/>
          </a:xfrm>
          <a:prstGeom prst="rect">
            <a:avLst/>
          </a:prstGeom>
        </p:spPr>
      </p:pic>
      <p:pic>
        <p:nvPicPr>
          <p:cNvPr id="74" name="Image 39" descr="assets/iconw_cpu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12969" y="376275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272" y="1636776"/>
            <a:ext cx="438912" cy="43891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72104" y="14173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9436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4" y="14173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512" y="1636776"/>
            <a:ext cx="438912" cy="4389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1912" y="1544143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Dashboard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697584" y="207926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PRESENTATION LAYER</a:t>
            </a:r>
            <a:endParaRPr lang="en-US" sz="1000" dirty="0"/>
          </a:p>
        </p:txBody>
      </p:sp>
      <p:pic>
        <p:nvPicPr>
          <p:cNvPr id="11" name="Image 3" descr="assets/iconw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172" y="1746504"/>
            <a:ext cx="219456" cy="21945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70152" y="1591056"/>
            <a:ext cx="161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OAuth Authentication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349344" y="20391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LAYER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223864" y="14173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32" y="1636776"/>
            <a:ext cx="438912" cy="438912"/>
          </a:xfrm>
          <a:prstGeom prst="rect">
            <a:avLst/>
          </a:prstGeom>
        </p:spPr>
      </p:pic>
      <p:pic>
        <p:nvPicPr>
          <p:cNvPr id="16" name="Image 5" descr="assets/iconw_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760" y="1746504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001104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7001104" y="20391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 LAYER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875624" y="14173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792" y="1636776"/>
            <a:ext cx="438912" cy="438912"/>
          </a:xfrm>
          <a:prstGeom prst="rect">
            <a:avLst/>
          </a:prstGeom>
        </p:spPr>
      </p:pic>
      <p:pic>
        <p:nvPicPr>
          <p:cNvPr id="21" name="Image 7" descr="assets/iconw_workf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6520" y="1746504"/>
            <a:ext cx="219456" cy="21945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9652864" y="16002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Logic</a:t>
            </a:r>
            <a:endParaRPr lang="en-US" sz="1400" dirty="0"/>
          </a:p>
        </p:txBody>
      </p:sp>
      <p:sp>
        <p:nvSpPr>
          <p:cNvPr id="23" name="Text 13"/>
          <p:cNvSpPr/>
          <p:nvPr/>
        </p:nvSpPr>
        <p:spPr>
          <a:xfrm>
            <a:off x="9652864" y="20391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24" name="Shape 14"/>
          <p:cNvSpPr/>
          <p:nvPr/>
        </p:nvSpPr>
        <p:spPr>
          <a:xfrm>
            <a:off x="8875624" y="41605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8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792" y="4379976"/>
            <a:ext cx="438912" cy="438912"/>
          </a:xfrm>
          <a:prstGeom prst="rect">
            <a:avLst/>
          </a:prstGeom>
        </p:spPr>
      </p:pic>
      <p:pic>
        <p:nvPicPr>
          <p:cNvPr id="26" name="Image 9" descr="assets/iconw_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6520" y="4489704"/>
            <a:ext cx="219456" cy="21945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652864" y="43434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Analytics Engine</a:t>
            </a:r>
            <a:endParaRPr lang="en-US" sz="1400" dirty="0"/>
          </a:p>
        </p:txBody>
      </p:sp>
      <p:sp>
        <p:nvSpPr>
          <p:cNvPr id="28" name="Text 16"/>
          <p:cNvSpPr/>
          <p:nvPr/>
        </p:nvSpPr>
        <p:spPr>
          <a:xfrm>
            <a:off x="9652864" y="4782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29" name="Shape 17"/>
          <p:cNvSpPr/>
          <p:nvPr/>
        </p:nvSpPr>
        <p:spPr>
          <a:xfrm>
            <a:off x="6223864" y="41605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Image 10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5032" y="4379976"/>
            <a:ext cx="438912" cy="438912"/>
          </a:xfrm>
          <a:prstGeom prst="rect">
            <a:avLst/>
          </a:prstGeom>
        </p:spPr>
      </p:pic>
      <p:pic>
        <p:nvPicPr>
          <p:cNvPr id="31" name="Image 11" descr="assets/iconw_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760" y="4489704"/>
            <a:ext cx="219456" cy="219456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7001104" y="43434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 Database</a:t>
            </a:r>
            <a:endParaRPr lang="en-US" sz="1400" dirty="0"/>
          </a:p>
        </p:txBody>
      </p:sp>
      <p:sp>
        <p:nvSpPr>
          <p:cNvPr id="33" name="Text 19"/>
          <p:cNvSpPr/>
          <p:nvPr/>
        </p:nvSpPr>
        <p:spPr>
          <a:xfrm>
            <a:off x="7001104" y="4782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34" name="Shape 20"/>
          <p:cNvSpPr/>
          <p:nvPr/>
        </p:nvSpPr>
        <p:spPr>
          <a:xfrm>
            <a:off x="3572104" y="41605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12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3272" y="4379976"/>
            <a:ext cx="438912" cy="438912"/>
          </a:xfrm>
          <a:prstGeom prst="rect">
            <a:avLst/>
          </a:prstGeom>
        </p:spPr>
      </p:pic>
      <p:pic>
        <p:nvPicPr>
          <p:cNvPr id="36" name="Image 13" descr="assets/iconw_layer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3000" y="4489704"/>
            <a:ext cx="219456" cy="219456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4349344" y="43434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SQLAlchemy ORM</a:t>
            </a:r>
            <a:endParaRPr lang="en-US" sz="1400" dirty="0"/>
          </a:p>
        </p:txBody>
      </p:sp>
      <p:sp>
        <p:nvSpPr>
          <p:cNvPr id="38" name="Text 22"/>
          <p:cNvSpPr/>
          <p:nvPr/>
        </p:nvSpPr>
        <p:spPr>
          <a:xfrm>
            <a:off x="4349344" y="4782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PERSISTENCE LAYER</a:t>
            </a:r>
            <a:endParaRPr lang="en-US" sz="1000" dirty="0"/>
          </a:p>
        </p:txBody>
      </p:sp>
      <p:sp>
        <p:nvSpPr>
          <p:cNvPr id="39" name="Shape 23"/>
          <p:cNvSpPr/>
          <p:nvPr/>
        </p:nvSpPr>
        <p:spPr>
          <a:xfrm>
            <a:off x="920344" y="4160520"/>
            <a:ext cx="2395728" cy="1481328"/>
          </a:xfrm>
          <a:prstGeom prst="roundRect">
            <a:avLst>
              <a:gd name="adj" fmla="val 9259"/>
            </a:avLst>
          </a:prstGeom>
          <a:solidFill>
            <a:srgbClr val="0F1A2E"/>
          </a:solidFill>
          <a:ln w="12700">
            <a:solidFill>
              <a:srgbClr val="27406B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0" name="Image 14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512" y="4379976"/>
            <a:ext cx="438912" cy="438912"/>
          </a:xfrm>
          <a:prstGeom prst="rect">
            <a:avLst/>
          </a:prstGeom>
        </p:spPr>
      </p:pic>
      <p:pic>
        <p:nvPicPr>
          <p:cNvPr id="41" name="Image 15" descr="assets/iconw_file_tex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31240" y="4489704"/>
            <a:ext cx="219456" cy="219456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1697584" y="434340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1400" dirty="0"/>
          </a:p>
        </p:txBody>
      </p:sp>
      <p:sp>
        <p:nvSpPr>
          <p:cNvPr id="43" name="Text 25"/>
          <p:cNvSpPr/>
          <p:nvPr/>
        </p:nvSpPr>
        <p:spPr>
          <a:xfrm>
            <a:off x="1697584" y="47823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44" name="Shape 26"/>
          <p:cNvSpPr/>
          <p:nvPr/>
        </p:nvSpPr>
        <p:spPr>
          <a:xfrm>
            <a:off x="3316072" y="21579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" name="Shape 27"/>
          <p:cNvSpPr/>
          <p:nvPr/>
        </p:nvSpPr>
        <p:spPr>
          <a:xfrm>
            <a:off x="5967832" y="21579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Shape 28"/>
          <p:cNvSpPr/>
          <p:nvPr/>
        </p:nvSpPr>
        <p:spPr>
          <a:xfrm>
            <a:off x="8619592" y="21579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Shape 29"/>
          <p:cNvSpPr/>
          <p:nvPr/>
        </p:nvSpPr>
        <p:spPr>
          <a:xfrm>
            <a:off x="10073488" y="2898648"/>
            <a:ext cx="0" cy="126187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" name="Shape 30"/>
          <p:cNvSpPr/>
          <p:nvPr/>
        </p:nvSpPr>
        <p:spPr>
          <a:xfrm flipH="1">
            <a:off x="8619592" y="49011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31"/>
          <p:cNvSpPr/>
          <p:nvPr/>
        </p:nvSpPr>
        <p:spPr>
          <a:xfrm flipH="1">
            <a:off x="5967832" y="49011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0" name="Shape 32"/>
          <p:cNvSpPr/>
          <p:nvPr/>
        </p:nvSpPr>
        <p:spPr>
          <a:xfrm flipH="1">
            <a:off x="3316072" y="4901184"/>
            <a:ext cx="25603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52" name="Image 0" descr="assets/badge_accent.png">
            <a:extLst>
              <a:ext uri="{FF2B5EF4-FFF2-40B4-BE49-F238E27FC236}">
                <a16:creationId xmlns:a16="http://schemas.microsoft.com/office/drawing/2014/main" id="{8C51CC90-7E48-1618-4929-D866E04D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378" y="1654673"/>
            <a:ext cx="438912" cy="438912"/>
          </a:xfrm>
          <a:prstGeom prst="rect">
            <a:avLst/>
          </a:prstGeom>
        </p:spPr>
      </p:pic>
      <p:pic>
        <p:nvPicPr>
          <p:cNvPr id="6" name="Image 1" descr="assets/iconw_layout_dashboar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37864" y="1748890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DELIVERS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2640" y="1417320"/>
            <a:ext cx="2395728" cy="2743200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48944" y="1563624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40384" y="164592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86688" y="164592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532992" y="164592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240384" y="2766060"/>
            <a:ext cx="240030" cy="3977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24432" y="2401443"/>
            <a:ext cx="240030" cy="762381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008480" y="2036826"/>
            <a:ext cx="240030" cy="112699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392528" y="2583751"/>
            <a:ext cx="240030" cy="580073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776576" y="2219135"/>
            <a:ext cx="240030" cy="94469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4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232" y="3383280"/>
            <a:ext cx="365760" cy="365760"/>
          </a:xfrm>
          <a:prstGeom prst="rect">
            <a:avLst/>
          </a:prstGeom>
        </p:spPr>
      </p:pic>
      <p:pic>
        <p:nvPicPr>
          <p:cNvPr id="15" name="Image 1" descr="assets/iconw_layout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672" y="347472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6144" y="337413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67232" y="373989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academic overview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99536" y="1417320"/>
            <a:ext cx="2395728" cy="2743200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3745840" y="1563624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3837280" y="164592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3983584" y="164592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4129888" y="164592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19"/>
          <p:cNvSpPr/>
          <p:nvPr/>
        </p:nvSpPr>
        <p:spPr>
          <a:xfrm>
            <a:off x="3837280" y="1948815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4056736" y="1971675"/>
            <a:ext cx="1645920" cy="64008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3837280" y="2280285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4056736" y="2303145"/>
            <a:ext cx="1645920" cy="64008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3"/>
          <p:cNvSpPr/>
          <p:nvPr/>
        </p:nvSpPr>
        <p:spPr>
          <a:xfrm>
            <a:off x="3837280" y="2611755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4"/>
          <p:cNvSpPr/>
          <p:nvPr/>
        </p:nvSpPr>
        <p:spPr>
          <a:xfrm>
            <a:off x="4056736" y="2634615"/>
            <a:ext cx="1645920" cy="64008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5"/>
          <p:cNvSpPr/>
          <p:nvPr/>
        </p:nvSpPr>
        <p:spPr>
          <a:xfrm>
            <a:off x="3837280" y="2943225"/>
            <a:ext cx="118872" cy="11887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4056736" y="2966085"/>
            <a:ext cx="1645920" cy="64008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1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128" y="3383280"/>
            <a:ext cx="365760" cy="365760"/>
          </a:xfrm>
          <a:prstGeom prst="rect">
            <a:avLst/>
          </a:prstGeom>
        </p:spPr>
      </p:pic>
      <p:pic>
        <p:nvPicPr>
          <p:cNvPr id="32" name="Image 3" descr="assets/iconw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568" y="3474720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203040" y="337413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Mgmt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3764128" y="373989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profiles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196432" y="1417320"/>
            <a:ext cx="2395728" cy="2743200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Shape 30"/>
          <p:cNvSpPr/>
          <p:nvPr/>
        </p:nvSpPr>
        <p:spPr>
          <a:xfrm>
            <a:off x="6342736" y="1563624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1"/>
          <p:cNvSpPr/>
          <p:nvPr/>
        </p:nvSpPr>
        <p:spPr>
          <a:xfrm>
            <a:off x="6434176" y="164592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Shape 32"/>
          <p:cNvSpPr/>
          <p:nvPr/>
        </p:nvSpPr>
        <p:spPr>
          <a:xfrm>
            <a:off x="6580480" y="164592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3"/>
          <p:cNvSpPr/>
          <p:nvPr/>
        </p:nvSpPr>
        <p:spPr>
          <a:xfrm>
            <a:off x="6726784" y="164592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4"/>
          <p:cNvSpPr/>
          <p:nvPr/>
        </p:nvSpPr>
        <p:spPr>
          <a:xfrm flipV="1">
            <a:off x="6434176" y="2500884"/>
            <a:ext cx="384048" cy="397764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5"/>
          <p:cNvSpPr/>
          <p:nvPr/>
        </p:nvSpPr>
        <p:spPr>
          <a:xfrm>
            <a:off x="6818224" y="2500884"/>
            <a:ext cx="384048" cy="198882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6"/>
          <p:cNvSpPr/>
          <p:nvPr/>
        </p:nvSpPr>
        <p:spPr>
          <a:xfrm flipV="1">
            <a:off x="7202272" y="2235708"/>
            <a:ext cx="384048" cy="464058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7"/>
          <p:cNvSpPr/>
          <p:nvPr/>
        </p:nvSpPr>
        <p:spPr>
          <a:xfrm>
            <a:off x="7586320" y="2235708"/>
            <a:ext cx="384048" cy="198882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38"/>
          <p:cNvSpPr/>
          <p:nvPr/>
        </p:nvSpPr>
        <p:spPr>
          <a:xfrm flipV="1">
            <a:off x="7970368" y="2036826"/>
            <a:ext cx="384048" cy="397764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5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24" y="3383280"/>
            <a:ext cx="365760" cy="365760"/>
          </a:xfrm>
          <a:prstGeom prst="rect">
            <a:avLst/>
          </a:prstGeom>
        </p:spPr>
      </p:pic>
      <p:pic>
        <p:nvPicPr>
          <p:cNvPr id="46" name="Image 5" descr="assets/iconw_calendar_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464" y="3474720"/>
            <a:ext cx="182880" cy="18288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799936" y="337413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6361024" y="373989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tracking &amp; trends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8793328" y="1417320"/>
            <a:ext cx="2395728" cy="2743200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Shape 42"/>
          <p:cNvSpPr/>
          <p:nvPr/>
        </p:nvSpPr>
        <p:spPr>
          <a:xfrm>
            <a:off x="8939632" y="1563624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3"/>
          <p:cNvSpPr/>
          <p:nvPr/>
        </p:nvSpPr>
        <p:spPr>
          <a:xfrm>
            <a:off x="9031072" y="164592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44"/>
          <p:cNvSpPr/>
          <p:nvPr/>
        </p:nvSpPr>
        <p:spPr>
          <a:xfrm>
            <a:off x="9177376" y="164592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45"/>
          <p:cNvSpPr/>
          <p:nvPr/>
        </p:nvSpPr>
        <p:spPr>
          <a:xfrm>
            <a:off x="9323680" y="164592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46"/>
          <p:cNvSpPr/>
          <p:nvPr/>
        </p:nvSpPr>
        <p:spPr>
          <a:xfrm>
            <a:off x="9031072" y="1865376"/>
            <a:ext cx="1920240" cy="276606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47"/>
          <p:cNvSpPr/>
          <p:nvPr/>
        </p:nvSpPr>
        <p:spPr>
          <a:xfrm>
            <a:off x="9031072" y="1865376"/>
            <a:ext cx="576072" cy="276606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48"/>
          <p:cNvSpPr/>
          <p:nvPr/>
        </p:nvSpPr>
        <p:spPr>
          <a:xfrm>
            <a:off x="9031072" y="2196846"/>
            <a:ext cx="1920240" cy="276606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49"/>
          <p:cNvSpPr/>
          <p:nvPr/>
        </p:nvSpPr>
        <p:spPr>
          <a:xfrm>
            <a:off x="9031072" y="2196846"/>
            <a:ext cx="576072" cy="276606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0"/>
          <p:cNvSpPr/>
          <p:nvPr/>
        </p:nvSpPr>
        <p:spPr>
          <a:xfrm>
            <a:off x="9031072" y="2528316"/>
            <a:ext cx="1920240" cy="276606"/>
          </a:xfrm>
          <a:prstGeom prst="rect">
            <a:avLst/>
          </a:prstGeom>
          <a:solidFill>
            <a:srgbClr val="111C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1"/>
          <p:cNvSpPr/>
          <p:nvPr/>
        </p:nvSpPr>
        <p:spPr>
          <a:xfrm>
            <a:off x="9031072" y="2528316"/>
            <a:ext cx="576072" cy="276606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2"/>
          <p:cNvSpPr/>
          <p:nvPr/>
        </p:nvSpPr>
        <p:spPr>
          <a:xfrm>
            <a:off x="9031072" y="2859786"/>
            <a:ext cx="1920240" cy="276606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3"/>
          <p:cNvSpPr/>
          <p:nvPr/>
        </p:nvSpPr>
        <p:spPr>
          <a:xfrm>
            <a:off x="9031072" y="2859786"/>
            <a:ext cx="576072" cy="276606"/>
          </a:xfrm>
          <a:prstGeom prst="rect">
            <a:avLst/>
          </a:prstGeom>
          <a:solidFill>
            <a:srgbClr val="60A5FA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2" name="Image 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920" y="3383280"/>
            <a:ext cx="365760" cy="365760"/>
          </a:xfrm>
          <a:prstGeom prst="rect">
            <a:avLst/>
          </a:prstGeom>
        </p:spPr>
      </p:pic>
      <p:pic>
        <p:nvPicPr>
          <p:cNvPr id="63" name="Image 7" descr="assets/iconw_book_op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9360" y="3474720"/>
            <a:ext cx="182880" cy="182880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9396832" y="337413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Marks</a:t>
            </a:r>
            <a:endParaRPr lang="en-US" sz="1250" dirty="0"/>
          </a:p>
        </p:txBody>
      </p:sp>
      <p:sp>
        <p:nvSpPr>
          <p:cNvPr id="65" name="Text 55"/>
          <p:cNvSpPr/>
          <p:nvPr/>
        </p:nvSpPr>
        <p:spPr>
          <a:xfrm>
            <a:off x="8957920" y="373989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Subject-wise records</a:t>
            </a:r>
            <a:endParaRPr lang="en-US" sz="950" dirty="0"/>
          </a:p>
        </p:txBody>
      </p:sp>
      <p:sp>
        <p:nvSpPr>
          <p:cNvPr id="66" name="Shape 56"/>
          <p:cNvSpPr/>
          <p:nvPr/>
        </p:nvSpPr>
        <p:spPr>
          <a:xfrm>
            <a:off x="2347186" y="4216179"/>
            <a:ext cx="2265346" cy="2510028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7" name="Shape 57"/>
          <p:cNvSpPr/>
          <p:nvPr/>
        </p:nvSpPr>
        <p:spPr>
          <a:xfrm>
            <a:off x="2447392" y="4489704"/>
            <a:ext cx="2103120" cy="1572768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58"/>
          <p:cNvSpPr/>
          <p:nvPr/>
        </p:nvSpPr>
        <p:spPr>
          <a:xfrm>
            <a:off x="2538832" y="457200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Shape 59"/>
          <p:cNvSpPr/>
          <p:nvPr/>
        </p:nvSpPr>
        <p:spPr>
          <a:xfrm>
            <a:off x="2685136" y="457200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Shape 60"/>
          <p:cNvSpPr/>
          <p:nvPr/>
        </p:nvSpPr>
        <p:spPr>
          <a:xfrm>
            <a:off x="2831440" y="457200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Shape 61"/>
          <p:cNvSpPr/>
          <p:nvPr/>
        </p:nvSpPr>
        <p:spPr>
          <a:xfrm>
            <a:off x="2538832" y="4809744"/>
            <a:ext cx="1920240" cy="54864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Shape 62"/>
          <p:cNvSpPr/>
          <p:nvPr/>
        </p:nvSpPr>
        <p:spPr>
          <a:xfrm>
            <a:off x="2538832" y="5074920"/>
            <a:ext cx="1920240" cy="54864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Shape 63"/>
          <p:cNvSpPr/>
          <p:nvPr/>
        </p:nvSpPr>
        <p:spPr>
          <a:xfrm>
            <a:off x="2538832" y="5340096"/>
            <a:ext cx="960120" cy="54864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Shape 64"/>
          <p:cNvSpPr/>
          <p:nvPr/>
        </p:nvSpPr>
        <p:spPr>
          <a:xfrm>
            <a:off x="2504622" y="5582412"/>
            <a:ext cx="1920240" cy="54864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Shape 65"/>
          <p:cNvSpPr/>
          <p:nvPr/>
        </p:nvSpPr>
        <p:spPr>
          <a:xfrm>
            <a:off x="2538832" y="5870448"/>
            <a:ext cx="1920240" cy="54864"/>
          </a:xfrm>
          <a:prstGeom prst="rect">
            <a:avLst/>
          </a:prstGeom>
          <a:solidFill>
            <a:srgbClr val="2A3A5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6" name="Image 8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622" y="6089904"/>
            <a:ext cx="365760" cy="365760"/>
          </a:xfrm>
          <a:prstGeom prst="rect">
            <a:avLst/>
          </a:prstGeom>
        </p:spPr>
      </p:pic>
      <p:pic>
        <p:nvPicPr>
          <p:cNvPr id="77" name="Image 9" descr="assets/iconw_file_tex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2840" y="6177169"/>
            <a:ext cx="182880" cy="182880"/>
          </a:xfrm>
          <a:prstGeom prst="rect">
            <a:avLst/>
          </a:prstGeom>
        </p:spPr>
      </p:pic>
      <p:sp>
        <p:nvSpPr>
          <p:cNvPr id="78" name="Text 66"/>
          <p:cNvSpPr/>
          <p:nvPr/>
        </p:nvSpPr>
        <p:spPr>
          <a:xfrm>
            <a:off x="2932024" y="6089904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1250" dirty="0"/>
          </a:p>
        </p:txBody>
      </p:sp>
      <p:sp>
        <p:nvSpPr>
          <p:cNvPr id="79" name="Text 67"/>
          <p:cNvSpPr/>
          <p:nvPr/>
        </p:nvSpPr>
        <p:spPr>
          <a:xfrm>
            <a:off x="2476395" y="6378735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One-click generation</a:t>
            </a:r>
            <a:endParaRPr lang="en-US" sz="950" dirty="0"/>
          </a:p>
        </p:txBody>
      </p:sp>
      <p:sp>
        <p:nvSpPr>
          <p:cNvPr id="80" name="Shape 68"/>
          <p:cNvSpPr/>
          <p:nvPr/>
        </p:nvSpPr>
        <p:spPr>
          <a:xfrm>
            <a:off x="4879696" y="4233672"/>
            <a:ext cx="2395728" cy="2510028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1" name="Shape 69"/>
          <p:cNvSpPr/>
          <p:nvPr/>
        </p:nvSpPr>
        <p:spPr>
          <a:xfrm>
            <a:off x="5044288" y="4489704"/>
            <a:ext cx="2103120" cy="160020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70"/>
          <p:cNvSpPr/>
          <p:nvPr/>
        </p:nvSpPr>
        <p:spPr>
          <a:xfrm>
            <a:off x="5135728" y="457200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Shape 71"/>
          <p:cNvSpPr/>
          <p:nvPr/>
        </p:nvSpPr>
        <p:spPr>
          <a:xfrm>
            <a:off x="5282032" y="457200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Shape 72"/>
          <p:cNvSpPr/>
          <p:nvPr/>
        </p:nvSpPr>
        <p:spPr>
          <a:xfrm>
            <a:off x="5428336" y="457200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Shape 73"/>
          <p:cNvSpPr/>
          <p:nvPr/>
        </p:nvSpPr>
        <p:spPr>
          <a:xfrm>
            <a:off x="5432908" y="4572000"/>
            <a:ext cx="1325880" cy="1325880"/>
          </a:xfrm>
          <a:prstGeom prst="pie">
            <a:avLst>
              <a:gd name="adj1" fmla="val 0"/>
              <a:gd name="adj2" fmla="val 16200000"/>
            </a:avLst>
          </a:prstGeom>
          <a:solidFill>
            <a:srgbClr val="38BDF8"/>
          </a:solidFill>
          <a:ln w="38100">
            <a:solidFill>
              <a:srgbClr val="0A122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6" name="Image 1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152" y="6105806"/>
            <a:ext cx="365760" cy="365760"/>
          </a:xfrm>
          <a:prstGeom prst="rect">
            <a:avLst/>
          </a:prstGeom>
        </p:spPr>
      </p:pic>
      <p:pic>
        <p:nvPicPr>
          <p:cNvPr id="87" name="Image 11" descr="assets/iconw_bar_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9380" y="6158484"/>
            <a:ext cx="182880" cy="182880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5492344" y="6105806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89" name="Text 75"/>
          <p:cNvSpPr/>
          <p:nvPr/>
        </p:nvSpPr>
        <p:spPr>
          <a:xfrm>
            <a:off x="5044288" y="6378735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Deep performance insight</a:t>
            </a:r>
            <a:endParaRPr lang="en-US" sz="950" dirty="0"/>
          </a:p>
        </p:txBody>
      </p:sp>
      <p:sp>
        <p:nvSpPr>
          <p:cNvPr id="90" name="Shape 76"/>
          <p:cNvSpPr/>
          <p:nvPr/>
        </p:nvSpPr>
        <p:spPr>
          <a:xfrm>
            <a:off x="7494880" y="4233672"/>
            <a:ext cx="2395728" cy="2518576"/>
          </a:xfrm>
          <a:prstGeom prst="roundRect">
            <a:avLst>
              <a:gd name="adj" fmla="val 610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1" name="Shape 77"/>
          <p:cNvSpPr/>
          <p:nvPr/>
        </p:nvSpPr>
        <p:spPr>
          <a:xfrm>
            <a:off x="7641184" y="4489704"/>
            <a:ext cx="2103120" cy="1600200"/>
          </a:xfrm>
          <a:prstGeom prst="roundRect">
            <a:avLst>
              <a:gd name="adj" fmla="val 4865"/>
            </a:avLst>
          </a:prstGeom>
          <a:solidFill>
            <a:srgbClr val="0A1220"/>
          </a:solidFill>
          <a:ln w="12700">
            <a:solidFill>
              <a:srgbClr val="2231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78"/>
          <p:cNvSpPr/>
          <p:nvPr/>
        </p:nvSpPr>
        <p:spPr>
          <a:xfrm>
            <a:off x="7732624" y="4572000"/>
            <a:ext cx="64008" cy="64008"/>
          </a:xfrm>
          <a:prstGeom prst="ellipse">
            <a:avLst/>
          </a:prstGeom>
          <a:solidFill>
            <a:srgbClr val="E0525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Shape 79"/>
          <p:cNvSpPr/>
          <p:nvPr/>
        </p:nvSpPr>
        <p:spPr>
          <a:xfrm>
            <a:off x="7878928" y="4572000"/>
            <a:ext cx="64008" cy="64008"/>
          </a:xfrm>
          <a:prstGeom prst="ellipse">
            <a:avLst/>
          </a:prstGeom>
          <a:solidFill>
            <a:srgbClr val="E8B84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" name="Shape 80"/>
          <p:cNvSpPr/>
          <p:nvPr/>
        </p:nvSpPr>
        <p:spPr>
          <a:xfrm>
            <a:off x="8025232" y="4572000"/>
            <a:ext cx="64008" cy="64008"/>
          </a:xfrm>
          <a:prstGeom prst="ellipse">
            <a:avLst/>
          </a:prstGeom>
          <a:solidFill>
            <a:srgbClr val="4FC06A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7" name="Image 13" descr="assets/iconw_brai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6632" y="6241177"/>
            <a:ext cx="182880" cy="182880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8080096" y="6172001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Prediction</a:t>
            </a:r>
            <a:endParaRPr lang="en-US" sz="1250" dirty="0"/>
          </a:p>
        </p:txBody>
      </p:sp>
      <p:sp>
        <p:nvSpPr>
          <p:cNvPr id="99" name="Text 83"/>
          <p:cNvSpPr/>
          <p:nvPr/>
        </p:nvSpPr>
        <p:spPr>
          <a:xfrm>
            <a:off x="7726965" y="6404776"/>
            <a:ext cx="20665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risk detection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DATA 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&amp;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371600"/>
            <a:ext cx="5212080" cy="5120640"/>
          </a:xfrm>
          <a:prstGeom prst="roundRect">
            <a:avLst>
              <a:gd name="adj" fmla="val 285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50392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WORKFLOW</a:t>
            </a:r>
            <a:endParaRPr lang="en-US" sz="1100" dirty="0"/>
          </a:p>
        </p:txBody>
      </p:sp>
      <p:pic>
        <p:nvPicPr>
          <p:cNvPr id="6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029968"/>
            <a:ext cx="384048" cy="384048"/>
          </a:xfrm>
          <a:prstGeom prst="rect">
            <a:avLst/>
          </a:prstGeom>
        </p:spPr>
      </p:pic>
      <p:pic>
        <p:nvPicPr>
          <p:cNvPr id="7" name="Image 1" descr="assets/iconw_log_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" y="2125980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62456" y="202996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Faculty Login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042416" y="2414016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10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633472"/>
            <a:ext cx="384048" cy="384048"/>
          </a:xfrm>
          <a:prstGeom prst="rect">
            <a:avLst/>
          </a:prstGeom>
        </p:spPr>
      </p:pic>
      <p:pic>
        <p:nvPicPr>
          <p:cNvPr id="11" name="Image 3" descr="assets/iconw_layout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2729484"/>
            <a:ext cx="192024" cy="1920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62456" y="263347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1042416" y="3017520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14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236976"/>
            <a:ext cx="384048" cy="384048"/>
          </a:xfrm>
          <a:prstGeom prst="rect">
            <a:avLst/>
          </a:prstGeom>
        </p:spPr>
      </p:pic>
      <p:pic>
        <p:nvPicPr>
          <p:cNvPr id="15" name="Image 5" descr="assets/iconw_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3332988"/>
            <a:ext cx="192024" cy="19202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62456" y="32369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Attendance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1042416" y="3621024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18" name="Image 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840480"/>
            <a:ext cx="384048" cy="384048"/>
          </a:xfrm>
          <a:prstGeom prst="rect">
            <a:avLst/>
          </a:prstGeom>
        </p:spPr>
      </p:pic>
      <p:pic>
        <p:nvPicPr>
          <p:cNvPr id="19" name="Image 7" descr="assets/iconw_upl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404" y="3936492"/>
            <a:ext cx="192024" cy="19202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362456" y="3840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Marks</a:t>
            </a:r>
            <a:endParaRPr lang="en-US" sz="1300" dirty="0"/>
          </a:p>
        </p:txBody>
      </p:sp>
      <p:sp>
        <p:nvSpPr>
          <p:cNvPr id="21" name="Shape 11"/>
          <p:cNvSpPr/>
          <p:nvPr/>
        </p:nvSpPr>
        <p:spPr>
          <a:xfrm>
            <a:off x="1042416" y="4224528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22" name="Image 8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443984"/>
            <a:ext cx="384048" cy="384048"/>
          </a:xfrm>
          <a:prstGeom prst="rect">
            <a:avLst/>
          </a:prstGeom>
        </p:spPr>
      </p:pic>
      <p:pic>
        <p:nvPicPr>
          <p:cNvPr id="23" name="Image 9" descr="assets/iconw_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" y="4539996"/>
            <a:ext cx="192024" cy="192024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362456" y="444398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5" name="Shape 13"/>
          <p:cNvSpPr/>
          <p:nvPr/>
        </p:nvSpPr>
        <p:spPr>
          <a:xfrm>
            <a:off x="1042416" y="4828032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26" name="Image 1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047488"/>
            <a:ext cx="384048" cy="384048"/>
          </a:xfrm>
          <a:prstGeom prst="rect">
            <a:avLst/>
          </a:prstGeom>
        </p:spPr>
      </p:pic>
      <p:pic>
        <p:nvPicPr>
          <p:cNvPr id="27" name="Image 11" descr="assets/iconw_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6404" y="5143500"/>
            <a:ext cx="192024" cy="192024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362456" y="504748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Prediction</a:t>
            </a:r>
            <a:endParaRPr lang="en-US" sz="1300" dirty="0"/>
          </a:p>
        </p:txBody>
      </p:sp>
      <p:sp>
        <p:nvSpPr>
          <p:cNvPr id="29" name="Shape 15"/>
          <p:cNvSpPr/>
          <p:nvPr/>
        </p:nvSpPr>
        <p:spPr>
          <a:xfrm>
            <a:off x="1042416" y="5431536"/>
            <a:ext cx="0" cy="219456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pic>
        <p:nvPicPr>
          <p:cNvPr id="30" name="Image 1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5650992"/>
            <a:ext cx="384048" cy="384048"/>
          </a:xfrm>
          <a:prstGeom prst="rect">
            <a:avLst/>
          </a:prstGeom>
        </p:spPr>
      </p:pic>
      <p:pic>
        <p:nvPicPr>
          <p:cNvPr id="31" name="Image 13" descr="assets/iconw_file_tex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404" y="5747004"/>
            <a:ext cx="192024" cy="192024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1362456" y="56509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1300" dirty="0"/>
          </a:p>
        </p:txBody>
      </p:sp>
      <p:sp>
        <p:nvSpPr>
          <p:cNvPr id="33" name="Shape 17"/>
          <p:cNvSpPr/>
          <p:nvPr/>
        </p:nvSpPr>
        <p:spPr>
          <a:xfrm>
            <a:off x="5980176" y="1362854"/>
            <a:ext cx="5598871" cy="5120640"/>
          </a:xfrm>
          <a:prstGeom prst="roundRect">
            <a:avLst>
              <a:gd name="adj" fmla="val 2857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18"/>
          <p:cNvSpPr/>
          <p:nvPr/>
        </p:nvSpPr>
        <p:spPr>
          <a:xfrm>
            <a:off x="6722211" y="1611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                     </a:t>
            </a:r>
            <a:r>
              <a:rPr lang="en-US" sz="1600" b="1" kern="0" spc="150" dirty="0" err="1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EduTrack</a:t>
            </a:r>
            <a:r>
              <a:rPr lang="en-US" sz="1600" b="1" kern="0" spc="15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AI</a:t>
            </a:r>
            <a:endParaRPr lang="en-US" sz="1600" dirty="0"/>
          </a:p>
        </p:txBody>
      </p:sp>
      <p:sp>
        <p:nvSpPr>
          <p:cNvPr id="35" name="Shape 19"/>
          <p:cNvSpPr/>
          <p:nvPr/>
        </p:nvSpPr>
        <p:spPr>
          <a:xfrm>
            <a:off x="6748272" y="2029968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20"/>
          <p:cNvSpPr/>
          <p:nvPr/>
        </p:nvSpPr>
        <p:spPr>
          <a:xfrm>
            <a:off x="6748272" y="2029968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</a:t>
            </a:r>
            <a:endParaRPr lang="en-US" sz="1250" dirty="0"/>
          </a:p>
        </p:txBody>
      </p:sp>
      <p:sp>
        <p:nvSpPr>
          <p:cNvPr id="37" name="Shape 21"/>
          <p:cNvSpPr/>
          <p:nvPr/>
        </p:nvSpPr>
        <p:spPr>
          <a:xfrm>
            <a:off x="8816187" y="2487168"/>
            <a:ext cx="6143" cy="191330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1" name="Text 25"/>
          <p:cNvSpPr/>
          <p:nvPr/>
        </p:nvSpPr>
        <p:spPr>
          <a:xfrm>
            <a:off x="5251034" y="2267712"/>
            <a:ext cx="237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2" name="Shape 26"/>
          <p:cNvSpPr/>
          <p:nvPr/>
        </p:nvSpPr>
        <p:spPr>
          <a:xfrm>
            <a:off x="6732362" y="2706922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7"/>
          <p:cNvSpPr/>
          <p:nvPr/>
        </p:nvSpPr>
        <p:spPr>
          <a:xfrm>
            <a:off x="6748269" y="2698076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</a:t>
            </a:r>
            <a:endParaRPr lang="en-US" sz="1250" dirty="0"/>
          </a:p>
        </p:txBody>
      </p:sp>
      <p:sp>
        <p:nvSpPr>
          <p:cNvPr id="44" name="Shape 28"/>
          <p:cNvSpPr/>
          <p:nvPr/>
        </p:nvSpPr>
        <p:spPr>
          <a:xfrm>
            <a:off x="8822331" y="3132516"/>
            <a:ext cx="0" cy="146304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49" name="Shape 33"/>
          <p:cNvSpPr/>
          <p:nvPr/>
        </p:nvSpPr>
        <p:spPr>
          <a:xfrm>
            <a:off x="6748272" y="3278820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34"/>
          <p:cNvSpPr/>
          <p:nvPr/>
        </p:nvSpPr>
        <p:spPr>
          <a:xfrm>
            <a:off x="6748272" y="3268582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51" name="Shape 35"/>
          <p:cNvSpPr/>
          <p:nvPr/>
        </p:nvSpPr>
        <p:spPr>
          <a:xfrm>
            <a:off x="8816188" y="3725782"/>
            <a:ext cx="0" cy="171550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56" name="Shape 40"/>
          <p:cNvSpPr/>
          <p:nvPr/>
        </p:nvSpPr>
        <p:spPr>
          <a:xfrm>
            <a:off x="6748272" y="3894151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41"/>
          <p:cNvSpPr/>
          <p:nvPr/>
        </p:nvSpPr>
        <p:spPr>
          <a:xfrm>
            <a:off x="6748272" y="3897332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Marks</a:t>
            </a:r>
            <a:endParaRPr lang="en-US" sz="1250" dirty="0"/>
          </a:p>
        </p:txBody>
      </p:sp>
      <p:sp>
        <p:nvSpPr>
          <p:cNvPr id="58" name="Shape 42"/>
          <p:cNvSpPr/>
          <p:nvPr/>
        </p:nvSpPr>
        <p:spPr>
          <a:xfrm>
            <a:off x="8816188" y="4351350"/>
            <a:ext cx="0" cy="284657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63" name="Shape 47"/>
          <p:cNvSpPr/>
          <p:nvPr/>
        </p:nvSpPr>
        <p:spPr>
          <a:xfrm>
            <a:off x="6748270" y="4618316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48"/>
          <p:cNvSpPr/>
          <p:nvPr/>
        </p:nvSpPr>
        <p:spPr>
          <a:xfrm>
            <a:off x="6748272" y="4618316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1250" dirty="0"/>
          </a:p>
        </p:txBody>
      </p:sp>
      <p:sp>
        <p:nvSpPr>
          <p:cNvPr id="65" name="Shape 49"/>
          <p:cNvSpPr/>
          <p:nvPr/>
        </p:nvSpPr>
        <p:spPr>
          <a:xfrm>
            <a:off x="8816188" y="5075516"/>
            <a:ext cx="0" cy="310300"/>
          </a:xfrm>
          <a:prstGeom prst="line">
            <a:avLst/>
          </a:prstGeom>
          <a:noFill/>
          <a:ln w="19050">
            <a:solidFill>
              <a:srgbClr val="2A3D63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70" name="Shape 54"/>
          <p:cNvSpPr/>
          <p:nvPr/>
        </p:nvSpPr>
        <p:spPr>
          <a:xfrm>
            <a:off x="6748271" y="5403110"/>
            <a:ext cx="4135831" cy="457200"/>
          </a:xfrm>
          <a:prstGeom prst="roundRect">
            <a:avLst>
              <a:gd name="adj" fmla="val 16000"/>
            </a:avLst>
          </a:prstGeom>
          <a:solidFill>
            <a:srgbClr val="0E1A30"/>
          </a:solidFill>
          <a:ln w="15240">
            <a:solidFill>
              <a:srgbClr val="27406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1" name="Text 55"/>
          <p:cNvSpPr/>
          <p:nvPr/>
        </p:nvSpPr>
        <p:spPr>
          <a:xfrm>
            <a:off x="6748272" y="5385816"/>
            <a:ext cx="41358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Metrics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4048"/>
            <a:ext cx="457200" cy="457200"/>
          </a:xfrm>
          <a:prstGeom prst="rect">
            <a:avLst/>
          </a:prstGeom>
        </p:spPr>
      </p:pic>
      <p:pic>
        <p:nvPicPr>
          <p:cNvPr id="3" name="Image 1" descr="assets/iconw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498348"/>
            <a:ext cx="228600" cy="228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70432" y="3840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1133856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Analytics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576072" y="1417320"/>
            <a:ext cx="3794760" cy="658368"/>
          </a:xfrm>
          <a:prstGeom prst="roundRect">
            <a:avLst>
              <a:gd name="adj" fmla="val 18056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27048"/>
            <a:ext cx="420624" cy="420624"/>
          </a:xfrm>
          <a:prstGeom prst="rect">
            <a:avLst/>
          </a:prstGeom>
        </p:spPr>
      </p:pic>
      <p:pic>
        <p:nvPicPr>
          <p:cNvPr id="8" name="Image 3" descr="assets/iconw_bar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1632204"/>
            <a:ext cx="210312" cy="21031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71016" y="1417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Analytics</a:t>
            </a:r>
            <a:endParaRPr lang="en-US" sz="1250" dirty="0"/>
          </a:p>
        </p:txBody>
      </p:sp>
      <p:sp>
        <p:nvSpPr>
          <p:cNvPr id="10" name="Shape 4"/>
          <p:cNvSpPr/>
          <p:nvPr/>
        </p:nvSpPr>
        <p:spPr>
          <a:xfrm>
            <a:off x="576072" y="2203704"/>
            <a:ext cx="3794760" cy="658368"/>
          </a:xfrm>
          <a:prstGeom prst="roundRect">
            <a:avLst>
              <a:gd name="adj" fmla="val 18056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313432"/>
            <a:ext cx="420624" cy="420624"/>
          </a:xfrm>
          <a:prstGeom prst="rect">
            <a:avLst/>
          </a:prstGeom>
        </p:spPr>
      </p:pic>
      <p:pic>
        <p:nvPicPr>
          <p:cNvPr id="12" name="Image 5" descr="assets/iconw_trending_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2418588"/>
            <a:ext cx="210312" cy="210312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71016" y="22037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 Prediction</a:t>
            </a:r>
            <a:endParaRPr lang="en-US" sz="1250" dirty="0"/>
          </a:p>
        </p:txBody>
      </p:sp>
      <p:sp>
        <p:nvSpPr>
          <p:cNvPr id="14" name="Shape 6"/>
          <p:cNvSpPr/>
          <p:nvPr/>
        </p:nvSpPr>
        <p:spPr>
          <a:xfrm>
            <a:off x="576072" y="2990088"/>
            <a:ext cx="3794760" cy="658368"/>
          </a:xfrm>
          <a:prstGeom prst="roundRect">
            <a:avLst>
              <a:gd name="adj" fmla="val 18056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099816"/>
            <a:ext cx="420624" cy="420624"/>
          </a:xfrm>
          <a:prstGeom prst="rect">
            <a:avLst/>
          </a:prstGeom>
        </p:spPr>
      </p:pic>
      <p:pic>
        <p:nvPicPr>
          <p:cNvPr id="16" name="Image 7" descr="assets/iconw_triangle_ale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" y="3204972"/>
            <a:ext cx="210312" cy="210312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271016" y="299008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Detection</a:t>
            </a:r>
            <a:endParaRPr lang="en-US" sz="1250" dirty="0"/>
          </a:p>
        </p:txBody>
      </p:sp>
      <p:sp>
        <p:nvSpPr>
          <p:cNvPr id="18" name="Shape 8"/>
          <p:cNvSpPr/>
          <p:nvPr/>
        </p:nvSpPr>
        <p:spPr>
          <a:xfrm>
            <a:off x="576072" y="3776472"/>
            <a:ext cx="3794760" cy="658368"/>
          </a:xfrm>
          <a:prstGeom prst="roundRect">
            <a:avLst>
              <a:gd name="adj" fmla="val 18056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8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886200"/>
            <a:ext cx="420624" cy="420624"/>
          </a:xfrm>
          <a:prstGeom prst="rect">
            <a:avLst/>
          </a:prstGeom>
        </p:spPr>
      </p:pic>
      <p:pic>
        <p:nvPicPr>
          <p:cNvPr id="20" name="Image 9" descr="assets/iconw_git_compa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" y="3991356"/>
            <a:ext cx="210312" cy="210312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271016" y="37764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Comparison</a:t>
            </a:r>
            <a:endParaRPr lang="en-US" sz="1250" dirty="0"/>
          </a:p>
        </p:txBody>
      </p:sp>
      <p:sp>
        <p:nvSpPr>
          <p:cNvPr id="22" name="Shape 10"/>
          <p:cNvSpPr/>
          <p:nvPr/>
        </p:nvSpPr>
        <p:spPr>
          <a:xfrm>
            <a:off x="576072" y="4562856"/>
            <a:ext cx="3794760" cy="658368"/>
          </a:xfrm>
          <a:prstGeom prst="roundRect">
            <a:avLst>
              <a:gd name="adj" fmla="val 18056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1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672584"/>
            <a:ext cx="420624" cy="420624"/>
          </a:xfrm>
          <a:prstGeom prst="rect">
            <a:avLst/>
          </a:prstGeom>
        </p:spPr>
      </p:pic>
      <p:pic>
        <p:nvPicPr>
          <p:cNvPr id="24" name="Image 11" descr="assets/iconw_lightbul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" y="4777740"/>
            <a:ext cx="210312" cy="210312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271016" y="456285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Recommendation Engine</a:t>
            </a:r>
            <a:endParaRPr lang="en-US" sz="12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4626864" y="1417320"/>
          <a:ext cx="3393796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7" name="Chart 1"/>
          <p:cNvGraphicFramePr/>
          <p:nvPr/>
        </p:nvGraphicFramePr>
        <p:xfrm>
          <a:off x="8221828" y="1417320"/>
          <a:ext cx="3393796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28" name="Chart 2"/>
          <p:cNvGraphicFramePr/>
          <p:nvPr/>
        </p:nvGraphicFramePr>
        <p:xfrm>
          <a:off x="4626864" y="3493008"/>
          <a:ext cx="3393796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29" name="Chart 3"/>
          <p:cNvGraphicFramePr/>
          <p:nvPr/>
        </p:nvGraphicFramePr>
        <p:xfrm>
          <a:off x="8221828" y="3493008"/>
          <a:ext cx="3393796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30" name="Text 12"/>
          <p:cNvSpPr/>
          <p:nvPr/>
        </p:nvSpPr>
        <p:spPr>
          <a:xfrm>
            <a:off x="8221828" y="4280306"/>
            <a:ext cx="33937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23%</a:t>
            </a:r>
            <a:endParaRPr lang="en-US" sz="2200" dirty="0"/>
          </a:p>
        </p:txBody>
      </p:sp>
      <p:sp>
        <p:nvSpPr>
          <p:cNvPr id="31" name="Shape 13"/>
          <p:cNvSpPr/>
          <p:nvPr/>
        </p:nvSpPr>
        <p:spPr>
          <a:xfrm>
            <a:off x="576072" y="5623560"/>
            <a:ext cx="1915302" cy="566928"/>
          </a:xfrm>
          <a:prstGeom prst="roundRect">
            <a:avLst>
              <a:gd name="adj" fmla="val 16129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" name="Image 1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724144"/>
            <a:ext cx="365760" cy="365760"/>
          </a:xfrm>
          <a:prstGeom prst="rect">
            <a:avLst/>
          </a:prstGeom>
        </p:spPr>
      </p:pic>
      <p:pic>
        <p:nvPicPr>
          <p:cNvPr id="33" name="Image 13" descr="assets/iconw_clock_ale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5815584"/>
            <a:ext cx="182880" cy="182880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>
            <a:off x="1088136" y="5623560"/>
            <a:ext cx="13117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Attendance</a:t>
            </a:r>
            <a:endParaRPr lang="en-US" sz="1050" dirty="0"/>
          </a:p>
        </p:txBody>
      </p:sp>
      <p:sp>
        <p:nvSpPr>
          <p:cNvPr id="35" name="Shape 15"/>
          <p:cNvSpPr/>
          <p:nvPr/>
        </p:nvSpPr>
        <p:spPr>
          <a:xfrm>
            <a:off x="2491374" y="5907024"/>
            <a:ext cx="36576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" name="Shape 16"/>
          <p:cNvSpPr/>
          <p:nvPr/>
        </p:nvSpPr>
        <p:spPr>
          <a:xfrm>
            <a:off x="2857134" y="5623560"/>
            <a:ext cx="1915302" cy="566928"/>
          </a:xfrm>
          <a:prstGeom prst="roundRect">
            <a:avLst>
              <a:gd name="adj" fmla="val 16129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7" name="Image 1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862" y="5724144"/>
            <a:ext cx="365760" cy="365760"/>
          </a:xfrm>
          <a:prstGeom prst="rect">
            <a:avLst/>
          </a:prstGeom>
        </p:spPr>
      </p:pic>
      <p:pic>
        <p:nvPicPr>
          <p:cNvPr id="38" name="Image 15" descr="assets/iconw_book_open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58302" y="5815584"/>
            <a:ext cx="182880" cy="182880"/>
          </a:xfrm>
          <a:prstGeom prst="rect">
            <a:avLst/>
          </a:prstGeom>
        </p:spPr>
      </p:pic>
      <p:sp>
        <p:nvSpPr>
          <p:cNvPr id="39" name="Text 17"/>
          <p:cNvSpPr/>
          <p:nvPr/>
        </p:nvSpPr>
        <p:spPr>
          <a:xfrm>
            <a:off x="3369198" y="5623560"/>
            <a:ext cx="13117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Marks</a:t>
            </a:r>
            <a:endParaRPr lang="en-US" sz="1050" dirty="0"/>
          </a:p>
        </p:txBody>
      </p:sp>
      <p:sp>
        <p:nvSpPr>
          <p:cNvPr id="40" name="Shape 18"/>
          <p:cNvSpPr/>
          <p:nvPr/>
        </p:nvSpPr>
        <p:spPr>
          <a:xfrm>
            <a:off x="4772436" y="5907024"/>
            <a:ext cx="36576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1" name="Shape 19"/>
          <p:cNvSpPr/>
          <p:nvPr/>
        </p:nvSpPr>
        <p:spPr>
          <a:xfrm>
            <a:off x="5138196" y="5623560"/>
            <a:ext cx="1915302" cy="566928"/>
          </a:xfrm>
          <a:prstGeom prst="roundRect">
            <a:avLst>
              <a:gd name="adj" fmla="val 16129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2" name="Image 1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924" y="5724144"/>
            <a:ext cx="365760" cy="365760"/>
          </a:xfrm>
          <a:prstGeom prst="rect">
            <a:avLst/>
          </a:prstGeom>
        </p:spPr>
      </p:pic>
      <p:pic>
        <p:nvPicPr>
          <p:cNvPr id="43" name="Image 17" descr="assets/iconw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9364" y="5815584"/>
            <a:ext cx="182880" cy="182880"/>
          </a:xfrm>
          <a:prstGeom prst="rect">
            <a:avLst/>
          </a:prstGeom>
        </p:spPr>
      </p:pic>
      <p:sp>
        <p:nvSpPr>
          <p:cNvPr id="44" name="Text 20"/>
          <p:cNvSpPr/>
          <p:nvPr/>
        </p:nvSpPr>
        <p:spPr>
          <a:xfrm>
            <a:off x="5650260" y="5623560"/>
            <a:ext cx="13117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 Model</a:t>
            </a:r>
            <a:endParaRPr lang="en-US" sz="1050" dirty="0"/>
          </a:p>
        </p:txBody>
      </p:sp>
      <p:sp>
        <p:nvSpPr>
          <p:cNvPr id="45" name="Shape 21"/>
          <p:cNvSpPr/>
          <p:nvPr/>
        </p:nvSpPr>
        <p:spPr>
          <a:xfrm>
            <a:off x="7053499" y="5907024"/>
            <a:ext cx="36576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" name="Shape 22"/>
          <p:cNvSpPr/>
          <p:nvPr/>
        </p:nvSpPr>
        <p:spPr>
          <a:xfrm>
            <a:off x="7419259" y="5623560"/>
            <a:ext cx="1915302" cy="566928"/>
          </a:xfrm>
          <a:prstGeom prst="roundRect">
            <a:avLst>
              <a:gd name="adj" fmla="val 16129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7" name="Image 18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987" y="5724144"/>
            <a:ext cx="365760" cy="365760"/>
          </a:xfrm>
          <a:prstGeom prst="rect">
            <a:avLst/>
          </a:prstGeom>
        </p:spPr>
      </p:pic>
      <p:pic>
        <p:nvPicPr>
          <p:cNvPr id="48" name="Image 19" descr="assets/iconw_gau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427" y="5815584"/>
            <a:ext cx="182880" cy="182880"/>
          </a:xfrm>
          <a:prstGeom prst="rect">
            <a:avLst/>
          </a:prstGeom>
        </p:spPr>
      </p:pic>
      <p:sp>
        <p:nvSpPr>
          <p:cNvPr id="49" name="Text 23"/>
          <p:cNvSpPr/>
          <p:nvPr/>
        </p:nvSpPr>
        <p:spPr>
          <a:xfrm>
            <a:off x="7931323" y="5623560"/>
            <a:ext cx="13117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50" name="Shape 24"/>
          <p:cNvSpPr/>
          <p:nvPr/>
        </p:nvSpPr>
        <p:spPr>
          <a:xfrm>
            <a:off x="9334561" y="5907024"/>
            <a:ext cx="365760" cy="0"/>
          </a:xfrm>
          <a:prstGeom prst="line">
            <a:avLst/>
          </a:prstGeom>
          <a:noFill/>
          <a:ln w="22225">
            <a:solidFill>
              <a:srgbClr val="38BDF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25"/>
          <p:cNvSpPr/>
          <p:nvPr/>
        </p:nvSpPr>
        <p:spPr>
          <a:xfrm>
            <a:off x="9700321" y="5623560"/>
            <a:ext cx="1915302" cy="566928"/>
          </a:xfrm>
          <a:prstGeom prst="roundRect">
            <a:avLst>
              <a:gd name="adj" fmla="val 16129"/>
            </a:avLst>
          </a:prstGeom>
          <a:solidFill>
            <a:srgbClr val="0F1A2E"/>
          </a:solidFill>
          <a:ln w="12700">
            <a:solidFill>
              <a:srgbClr val="23305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2" name="Image 2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0049" y="5724144"/>
            <a:ext cx="365760" cy="365760"/>
          </a:xfrm>
          <a:prstGeom prst="rect">
            <a:avLst/>
          </a:prstGeom>
        </p:spPr>
      </p:pic>
      <p:pic>
        <p:nvPicPr>
          <p:cNvPr id="53" name="Image 21" descr="assets/iconw_bel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01489" y="5815584"/>
            <a:ext cx="182880" cy="182880"/>
          </a:xfrm>
          <a:prstGeom prst="rect">
            <a:avLst/>
          </a:prstGeom>
        </p:spPr>
      </p:pic>
      <p:sp>
        <p:nvSpPr>
          <p:cNvPr id="54" name="Text 26"/>
          <p:cNvSpPr/>
          <p:nvPr/>
        </p:nvSpPr>
        <p:spPr>
          <a:xfrm>
            <a:off x="10212385" y="5623560"/>
            <a:ext cx="131179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Alert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Results &amp; Demonstration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137160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8" y="1572768"/>
            <a:ext cx="402336" cy="402336"/>
          </a:xfrm>
          <a:prstGeom prst="rect">
            <a:avLst/>
          </a:prstGeom>
        </p:spPr>
      </p:pic>
      <p:pic>
        <p:nvPicPr>
          <p:cNvPr id="6" name="Image 1" descr="assets/iconw_graduation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2" y="1673352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6960" y="14996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292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746608" y="208483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Enrolled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6608" y="2505456"/>
            <a:ext cx="2249424" cy="64008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46608" y="2505456"/>
            <a:ext cx="2024482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380080" y="137160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960" y="1572768"/>
            <a:ext cx="402336" cy="402336"/>
          </a:xfrm>
          <a:prstGeom prst="rect">
            <a:avLst/>
          </a:prstGeom>
        </p:spPr>
      </p:pic>
      <p:pic>
        <p:nvPicPr>
          <p:cNvPr id="13" name="Image 3" descr="assets/iconw_calendar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3544" y="167335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93312" y="14996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83%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3562960" y="208483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Attendance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562960" y="2505456"/>
            <a:ext cx="2249424" cy="64008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1"/>
          <p:cNvSpPr/>
          <p:nvPr/>
        </p:nvSpPr>
        <p:spPr>
          <a:xfrm>
            <a:off x="3562960" y="2505456"/>
            <a:ext cx="1867022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6196432" y="137160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312" y="1572768"/>
            <a:ext cx="402336" cy="402336"/>
          </a:xfrm>
          <a:prstGeom prst="rect">
            <a:avLst/>
          </a:prstGeom>
        </p:spPr>
      </p:pic>
      <p:pic>
        <p:nvPicPr>
          <p:cNvPr id="20" name="Image 5" descr="assets/iconw_triangle_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896" y="1673352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09664" y="14996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</a:t>
            </a:r>
            <a:endParaRPr lang="en-US" sz="2600" dirty="0"/>
          </a:p>
        </p:txBody>
      </p:sp>
      <p:sp>
        <p:nvSpPr>
          <p:cNvPr id="22" name="Text 14"/>
          <p:cNvSpPr/>
          <p:nvPr/>
        </p:nvSpPr>
        <p:spPr>
          <a:xfrm>
            <a:off x="6379312" y="208483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At Risk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6379312" y="2505456"/>
            <a:ext cx="2249424" cy="64008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16"/>
          <p:cNvSpPr/>
          <p:nvPr/>
        </p:nvSpPr>
        <p:spPr>
          <a:xfrm>
            <a:off x="6379312" y="2505456"/>
            <a:ext cx="787298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7"/>
          <p:cNvSpPr/>
          <p:nvPr/>
        </p:nvSpPr>
        <p:spPr>
          <a:xfrm>
            <a:off x="9012784" y="1371600"/>
            <a:ext cx="2615184" cy="1371600"/>
          </a:xfrm>
          <a:prstGeom prst="roundRect">
            <a:avLst>
              <a:gd name="adj" fmla="val 10000"/>
            </a:avLst>
          </a:prstGeom>
          <a:solidFill>
            <a:srgbClr val="0F1A2E"/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6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664" y="1572768"/>
            <a:ext cx="402336" cy="402336"/>
          </a:xfrm>
          <a:prstGeom prst="rect">
            <a:avLst/>
          </a:prstGeom>
        </p:spPr>
      </p:pic>
      <p:pic>
        <p:nvPicPr>
          <p:cNvPr id="27" name="Image 7" descr="assets/iconw_fi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248" y="167335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726016" y="1499616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2600" dirty="0"/>
          </a:p>
        </p:txBody>
      </p:sp>
      <p:sp>
        <p:nvSpPr>
          <p:cNvPr id="29" name="Text 19"/>
          <p:cNvSpPr/>
          <p:nvPr/>
        </p:nvSpPr>
        <p:spPr>
          <a:xfrm>
            <a:off x="9195664" y="208483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05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Average</a:t>
            </a:r>
            <a:r>
              <a:rPr sz="1050" dirty="0">
                <a:solidFill>
                  <a:schemeClr val="bg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Marks</a:t>
            </a:r>
          </a:p>
        </p:txBody>
      </p:sp>
      <p:sp>
        <p:nvSpPr>
          <p:cNvPr id="30" name="Shape 20"/>
          <p:cNvSpPr/>
          <p:nvPr/>
        </p:nvSpPr>
        <p:spPr>
          <a:xfrm>
            <a:off x="9195664" y="2505456"/>
            <a:ext cx="2249424" cy="64008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1"/>
          <p:cNvSpPr/>
          <p:nvPr/>
        </p:nvSpPr>
        <p:spPr>
          <a:xfrm>
            <a:off x="9195664" y="2505456"/>
            <a:ext cx="1349654" cy="640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32" name="Chart 0"/>
          <p:cNvGraphicFramePr/>
          <p:nvPr>
            <p:extLst>
              <p:ext uri="{D42A27DB-BD31-4B8C-83A1-F6EECF244321}">
                <p14:modId xmlns:p14="http://schemas.microsoft.com/office/powerpoint/2010/main" val="1725713123"/>
              </p:ext>
            </p:extLst>
          </p:nvPr>
        </p:nvGraphicFramePr>
        <p:xfrm>
          <a:off x="563728" y="3072384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3" name="Chart 1"/>
          <p:cNvGraphicFramePr/>
          <p:nvPr/>
        </p:nvGraphicFramePr>
        <p:xfrm>
          <a:off x="4312768" y="306324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34" name="Chart 2"/>
          <p:cNvGraphicFramePr/>
          <p:nvPr/>
        </p:nvGraphicFramePr>
        <p:xfrm>
          <a:off x="8061808" y="3063240"/>
          <a:ext cx="35661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76072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6860" y="1417320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6" y="1783080"/>
            <a:ext cx="457200" cy="457200"/>
          </a:xfrm>
          <a:prstGeom prst="rect">
            <a:avLst/>
          </a:prstGeom>
        </p:spPr>
      </p:pic>
      <p:pic>
        <p:nvPicPr>
          <p:cNvPr id="6" name="Image 1" descr="assets/iconw_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616" y="18973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6396" y="14173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Mobile App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4289908" y="1417320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2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364" y="1783080"/>
            <a:ext cx="457200" cy="457200"/>
          </a:xfrm>
          <a:prstGeom prst="rect">
            <a:avLst/>
          </a:prstGeom>
        </p:spPr>
      </p:pic>
      <p:pic>
        <p:nvPicPr>
          <p:cNvPr id="10" name="Image 3" descr="assets/iconw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664" y="18973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49444" y="14173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 Deployment</a:t>
            </a:r>
            <a:endParaRPr lang="en-US" sz="1350" dirty="0"/>
          </a:p>
        </p:txBody>
      </p:sp>
      <p:sp>
        <p:nvSpPr>
          <p:cNvPr id="12" name="Shape 6"/>
          <p:cNvSpPr/>
          <p:nvPr/>
        </p:nvSpPr>
        <p:spPr>
          <a:xfrm>
            <a:off x="8102956" y="1417320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4" descr="assets/badg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2412" y="1783080"/>
            <a:ext cx="457200" cy="457200"/>
          </a:xfrm>
          <a:prstGeom prst="rect">
            <a:avLst/>
          </a:prstGeom>
        </p:spPr>
      </p:pic>
      <p:pic>
        <p:nvPicPr>
          <p:cNvPr id="14" name="Image 5" descr="assets/iconw_m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6712" y="189738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62492" y="1417320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Notifications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476860" y="3035808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6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6" y="3401568"/>
            <a:ext cx="457200" cy="457200"/>
          </a:xfrm>
          <a:prstGeom prst="rect">
            <a:avLst/>
          </a:prstGeom>
        </p:spPr>
      </p:pic>
      <p:pic>
        <p:nvPicPr>
          <p:cNvPr id="18" name="Image 7" descr="assets/iconw_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616" y="3515868"/>
            <a:ext cx="228600" cy="2286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336396" y="30358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Machine Learning</a:t>
            </a:r>
            <a:endParaRPr lang="en-US" sz="1350" dirty="0"/>
          </a:p>
        </p:txBody>
      </p:sp>
      <p:sp>
        <p:nvSpPr>
          <p:cNvPr id="20" name="Shape 10"/>
          <p:cNvSpPr/>
          <p:nvPr/>
        </p:nvSpPr>
        <p:spPr>
          <a:xfrm>
            <a:off x="4289908" y="3035808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8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9364" y="3401568"/>
            <a:ext cx="457200" cy="457200"/>
          </a:xfrm>
          <a:prstGeom prst="rect">
            <a:avLst/>
          </a:prstGeom>
        </p:spPr>
      </p:pic>
      <p:pic>
        <p:nvPicPr>
          <p:cNvPr id="22" name="Image 9" descr="assets/iconw_user_co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3664" y="3515868"/>
            <a:ext cx="228600" cy="2286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149444" y="30358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Student Portal</a:t>
            </a:r>
            <a:endParaRPr lang="en-US" sz="1350" dirty="0"/>
          </a:p>
        </p:txBody>
      </p:sp>
      <p:sp>
        <p:nvSpPr>
          <p:cNvPr id="24" name="Shape 12"/>
          <p:cNvSpPr/>
          <p:nvPr/>
        </p:nvSpPr>
        <p:spPr>
          <a:xfrm>
            <a:off x="8102956" y="3035808"/>
            <a:ext cx="3611880" cy="1417320"/>
          </a:xfrm>
          <a:prstGeom prst="roundRect">
            <a:avLst>
              <a:gd name="adj" fmla="val 9677"/>
            </a:avLst>
          </a:prstGeom>
          <a:solidFill>
            <a:srgbClr val="0F1A2E">
              <a:alpha val="92000"/>
            </a:srgbClr>
          </a:solidFill>
          <a:ln w="12700">
            <a:solidFill>
              <a:srgbClr val="24304A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10" descr="assets/badge_seco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2412" y="3401568"/>
            <a:ext cx="457200" cy="457200"/>
          </a:xfrm>
          <a:prstGeom prst="rect">
            <a:avLst/>
          </a:prstGeom>
        </p:spPr>
      </p:pic>
      <p:pic>
        <p:nvPicPr>
          <p:cNvPr id="26" name="Image 11" descr="assets/iconw_trending_u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6712" y="3515868"/>
            <a:ext cx="228600" cy="22860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8962492" y="3035808"/>
            <a:ext cx="2560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Predictive Grade Forecasting</a:t>
            </a:r>
            <a:endParaRPr lang="en-US" sz="1350" dirty="0"/>
          </a:p>
        </p:txBody>
      </p:sp>
      <p:sp>
        <p:nvSpPr>
          <p:cNvPr id="28" name="Shape 14"/>
          <p:cNvSpPr/>
          <p:nvPr/>
        </p:nvSpPr>
        <p:spPr>
          <a:xfrm>
            <a:off x="576072" y="4974336"/>
            <a:ext cx="11039551" cy="0"/>
          </a:xfrm>
          <a:prstGeom prst="line">
            <a:avLst/>
          </a:prstGeom>
          <a:noFill/>
          <a:ln w="12700">
            <a:solidFill>
              <a:srgbClr val="233150"/>
            </a:solidFill>
            <a:prstDash val="solid"/>
            <a:tailEnd type="none"/>
          </a:ln>
        </p:spPr>
        <p:txBody>
          <a:bodyPr/>
          <a:lstStyle/>
          <a:p>
            <a:endParaRPr/>
          </a:p>
        </p:txBody>
      </p:sp>
      <p:sp>
        <p:nvSpPr>
          <p:cNvPr id="29" name="Text 15"/>
          <p:cNvSpPr/>
          <p:nvPr/>
        </p:nvSpPr>
        <p:spPr>
          <a:xfrm>
            <a:off x="0" y="5349240"/>
            <a:ext cx="12191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kern="0" spc="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0" name="Text 16"/>
          <p:cNvSpPr/>
          <p:nvPr/>
        </p:nvSpPr>
        <p:spPr>
          <a:xfrm>
            <a:off x="0" y="619963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352</Words>
  <Application>Microsoft Office PowerPoint</Application>
  <PresentationFormat>Widescreen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kavy joshi</cp:lastModifiedBy>
  <cp:revision>3</cp:revision>
  <dcterms:created xsi:type="dcterms:W3CDTF">2026-08-03T17:01:26Z</dcterms:created>
  <dcterms:modified xsi:type="dcterms:W3CDTF">2026-08-04T07:40:14Z</dcterms:modified>
</cp:coreProperties>
</file>